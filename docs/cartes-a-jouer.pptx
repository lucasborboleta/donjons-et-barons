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49E033-BC78-9BF6-1742-0BA8C9398A4F}"/>
              </a:ext>
            </a:extLst>
          </p:cNvPr>
          <p:cNvSpPr/>
          <p:nvPr/>
        </p:nvSpPr>
        <p:spPr>
          <a:xfrm>
            <a:off x="598916" y="659071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E3C506-2C5F-C360-4BF6-440E6AD8F600}"/>
              </a:ext>
            </a:extLst>
          </p:cNvPr>
          <p:cNvSpPr/>
          <p:nvPr/>
        </p:nvSpPr>
        <p:spPr>
          <a:xfrm>
            <a:off x="598916" y="658723"/>
            <a:ext cx="2124000" cy="432000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585D53-5540-E5CF-9747-23649740698B}"/>
              </a:ext>
            </a:extLst>
          </p:cNvPr>
          <p:cNvSpPr/>
          <p:nvPr/>
        </p:nvSpPr>
        <p:spPr>
          <a:xfrm>
            <a:off x="1102916" y="109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Jusqu’à 3 Tuiles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Tuile si départ d’une « Tuile 2 »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C764E-1ADD-5261-6034-77504E8FE67B}"/>
              </a:ext>
            </a:extLst>
          </p:cNvPr>
          <p:cNvSpPr/>
          <p:nvPr/>
        </p:nvSpPr>
        <p:spPr>
          <a:xfrm>
            <a:off x="598916" y="2531767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De 1 Tuile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B5E739-36F2-4ADD-CD46-B6AB4DD82970}"/>
              </a:ext>
            </a:extLst>
          </p:cNvPr>
          <p:cNvSpPr/>
          <p:nvPr/>
        </p:nvSpPr>
        <p:spPr>
          <a:xfrm>
            <a:off x="3136916" y="657679"/>
            <a:ext cx="2124000" cy="3312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E0F47B-2F78-A87B-2008-A4492D02ED4B}"/>
              </a:ext>
            </a:extLst>
          </p:cNvPr>
          <p:cNvSpPr/>
          <p:nvPr/>
        </p:nvSpPr>
        <p:spPr>
          <a:xfrm>
            <a:off x="3136916" y="657331"/>
            <a:ext cx="2124000" cy="43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shade val="30000"/>
                  <a:satMod val="115000"/>
                </a:schemeClr>
              </a:gs>
              <a:gs pos="50000">
                <a:schemeClr val="bg1">
                  <a:lumMod val="85000"/>
                  <a:shade val="67500"/>
                  <a:satMod val="115000"/>
                </a:schemeClr>
              </a:gs>
              <a:gs pos="100000">
                <a:schemeClr val="bg1">
                  <a:lumMod val="85000"/>
                  <a:shade val="100000"/>
                  <a:satMod val="115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Recruter Troupes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72687D-FDEC-C49C-7DFC-C868AEA713B8}"/>
              </a:ext>
            </a:extLst>
          </p:cNvPr>
          <p:cNvSpPr/>
          <p:nvPr/>
        </p:nvSpPr>
        <p:spPr>
          <a:xfrm>
            <a:off x="3640916" y="1090375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3 Troupes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Troupe si sur une « Tuile 1 »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16A004-ADD3-E8DA-2F91-6FC7F58B5B45}"/>
              </a:ext>
            </a:extLst>
          </p:cNvPr>
          <p:cNvSpPr/>
          <p:nvPr/>
        </p:nvSpPr>
        <p:spPr>
          <a:xfrm>
            <a:off x="3640916" y="253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1 Troupe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4D5D3B-9066-C758-2665-4F02550611A3}"/>
              </a:ext>
            </a:extLst>
          </p:cNvPr>
          <p:cNvSpPr/>
          <p:nvPr/>
        </p:nvSpPr>
        <p:spPr>
          <a:xfrm>
            <a:off x="3136916" y="253091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CF13C15-E106-0885-0C31-011E3CBA9180}"/>
              </a:ext>
            </a:extLst>
          </p:cNvPr>
          <p:cNvSpPr/>
          <p:nvPr/>
        </p:nvSpPr>
        <p:spPr>
          <a:xfrm>
            <a:off x="4054916" y="2386723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B6BB76-EF36-CAC5-1255-38BFB8F18495}"/>
              </a:ext>
            </a:extLst>
          </p:cNvPr>
          <p:cNvSpPr/>
          <p:nvPr/>
        </p:nvSpPr>
        <p:spPr>
          <a:xfrm>
            <a:off x="1516916" y="238741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24" name="Graphique 23" descr="Étoile avec un remplissage uni">
            <a:extLst>
              <a:ext uri="{FF2B5EF4-FFF2-40B4-BE49-F238E27FC236}">
                <a16:creationId xmlns:a16="http://schemas.microsoft.com/office/drawing/2014/main" id="{755D26B7-1C6A-373E-0AC4-4BB1092A3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3031608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5" name="Graphique 24" descr="Étoile avec un remplissage uni">
            <a:extLst>
              <a:ext uri="{FF2B5EF4-FFF2-40B4-BE49-F238E27FC236}">
                <a16:creationId xmlns:a16="http://schemas.microsoft.com/office/drawing/2014/main" id="{540B11A3-FF17-D3D9-EF25-3F8A70C37B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2021877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6" name="Graphique 25" descr="Étoile avec un remplissage uni">
            <a:extLst>
              <a:ext uri="{FF2B5EF4-FFF2-40B4-BE49-F238E27FC236}">
                <a16:creationId xmlns:a16="http://schemas.microsoft.com/office/drawing/2014/main" id="{1D134214-7DD2-05BE-5D60-C7770232B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60804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que 26" descr="Étoile avec un remplissage uni">
            <a:extLst>
              <a:ext uri="{FF2B5EF4-FFF2-40B4-BE49-F238E27FC236}">
                <a16:creationId xmlns:a16="http://schemas.microsoft.com/office/drawing/2014/main" id="{BF5932F0-A46D-B058-CD8C-98642CD1D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19421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8" name="Graphique 27" descr="Étoile avec un remplissage uni">
            <a:extLst>
              <a:ext uri="{FF2B5EF4-FFF2-40B4-BE49-F238E27FC236}">
                <a16:creationId xmlns:a16="http://schemas.microsoft.com/office/drawing/2014/main" id="{26E13097-81EF-3043-7691-3B5278379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811071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9" name="Graphique 28" descr="Étoile avec un remplissage uni">
            <a:extLst>
              <a:ext uri="{FF2B5EF4-FFF2-40B4-BE49-F238E27FC236}">
                <a16:creationId xmlns:a16="http://schemas.microsoft.com/office/drawing/2014/main" id="{35431B51-C8D9-D3AE-8BD7-C317CAFC0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277205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032731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36</Words>
  <Application>Microsoft Office PowerPoint</Application>
  <PresentationFormat>Grand écran</PresentationFormat>
  <Paragraphs>12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2</cp:revision>
  <cp:lastPrinted>2026-02-07T18:51:08Z</cp:lastPrinted>
  <dcterms:created xsi:type="dcterms:W3CDTF">2026-02-07T18:04:07Z</dcterms:created>
  <dcterms:modified xsi:type="dcterms:W3CDTF">2026-02-07T19:02:30Z</dcterms:modified>
</cp:coreProperties>
</file>