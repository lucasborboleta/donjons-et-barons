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12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microsoft.com/office/2007/relationships/hdphoto" Target="../media/hdphoto3.wdp"/><Relationship Id="rId5" Type="http://schemas.openxmlformats.org/officeDocument/2006/relationships/image" Target="../media/image7.jpe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jpeg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9E033-BC78-9BF6-1742-0BA8C9398A4F}"/>
              </a:ext>
            </a:extLst>
          </p:cNvPr>
          <p:cNvSpPr/>
          <p:nvPr/>
        </p:nvSpPr>
        <p:spPr>
          <a:xfrm>
            <a:off x="598916" y="659071"/>
            <a:ext cx="2124000" cy="3312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E3C506-2C5F-C360-4BF6-440E6AD8F600}"/>
              </a:ext>
            </a:extLst>
          </p:cNvPr>
          <p:cNvSpPr/>
          <p:nvPr/>
        </p:nvSpPr>
        <p:spPr>
          <a:xfrm>
            <a:off x="598916" y="658723"/>
            <a:ext cx="2124000" cy="432000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Déplacer Officier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85D53-5540-E5CF-9747-23649740698B}"/>
              </a:ext>
            </a:extLst>
          </p:cNvPr>
          <p:cNvSpPr/>
          <p:nvPr/>
        </p:nvSpPr>
        <p:spPr>
          <a:xfrm>
            <a:off x="1102916" y="1091071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Jusqu’à 3 Tuiles</a:t>
            </a:r>
          </a:p>
          <a:p>
            <a:pPr algn="just"/>
            <a:endParaRPr lang="fr-FR" sz="1200" dirty="0">
              <a:solidFill>
                <a:schemeClr val="tx1"/>
              </a:solidFill>
            </a:endParaRPr>
          </a:p>
          <a:p>
            <a:pPr algn="just"/>
            <a:r>
              <a:rPr lang="fr-FR" sz="1200" dirty="0">
                <a:solidFill>
                  <a:schemeClr val="tx1"/>
                </a:solidFill>
              </a:rPr>
              <a:t>Plus 1 Tuile si départ d’une « Tuile 2 »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C764E-1ADD-5261-6034-77504E8FE67B}"/>
              </a:ext>
            </a:extLst>
          </p:cNvPr>
          <p:cNvSpPr/>
          <p:nvPr/>
        </p:nvSpPr>
        <p:spPr>
          <a:xfrm>
            <a:off x="598916" y="2531767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De 1 Tuile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B5E739-36F2-4ADD-CD46-B6AB4DD82970}"/>
              </a:ext>
            </a:extLst>
          </p:cNvPr>
          <p:cNvSpPr/>
          <p:nvPr/>
        </p:nvSpPr>
        <p:spPr>
          <a:xfrm>
            <a:off x="3136916" y="657679"/>
            <a:ext cx="2124000" cy="3312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E0F47B-2F78-A87B-2008-A4492D02ED4B}"/>
              </a:ext>
            </a:extLst>
          </p:cNvPr>
          <p:cNvSpPr/>
          <p:nvPr/>
        </p:nvSpPr>
        <p:spPr>
          <a:xfrm>
            <a:off x="3136916" y="657331"/>
            <a:ext cx="2124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Recruter Troupes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72687D-FDEC-C49C-7DFC-C868AEA713B8}"/>
              </a:ext>
            </a:extLst>
          </p:cNvPr>
          <p:cNvSpPr/>
          <p:nvPr/>
        </p:nvSpPr>
        <p:spPr>
          <a:xfrm>
            <a:off x="3640916" y="1090375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3 Troupes</a:t>
            </a:r>
          </a:p>
          <a:p>
            <a:pPr algn="just"/>
            <a:endParaRPr lang="fr-FR" sz="1200" dirty="0">
              <a:solidFill>
                <a:schemeClr val="tx1"/>
              </a:solidFill>
            </a:endParaRPr>
          </a:p>
          <a:p>
            <a:pPr algn="just"/>
            <a:r>
              <a:rPr lang="fr-FR" sz="1200" dirty="0">
                <a:solidFill>
                  <a:schemeClr val="tx1"/>
                </a:solidFill>
              </a:rPr>
              <a:t>Plus 1 Troupe si sur une « Tuile 1 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16A004-ADD3-E8DA-2F91-6FC7F58B5B45}"/>
              </a:ext>
            </a:extLst>
          </p:cNvPr>
          <p:cNvSpPr/>
          <p:nvPr/>
        </p:nvSpPr>
        <p:spPr>
          <a:xfrm>
            <a:off x="3640916" y="2531071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1 Troupe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4D5D3B-9066-C758-2665-4F02550611A3}"/>
              </a:ext>
            </a:extLst>
          </p:cNvPr>
          <p:cNvSpPr/>
          <p:nvPr/>
        </p:nvSpPr>
        <p:spPr>
          <a:xfrm>
            <a:off x="3136916" y="2530918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CF13C15-E106-0885-0C31-011E3CBA9180}"/>
              </a:ext>
            </a:extLst>
          </p:cNvPr>
          <p:cNvSpPr/>
          <p:nvPr/>
        </p:nvSpPr>
        <p:spPr>
          <a:xfrm>
            <a:off x="4054916" y="2386723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2B6BB76-EF36-CAC5-1255-38BFB8F18495}"/>
              </a:ext>
            </a:extLst>
          </p:cNvPr>
          <p:cNvSpPr/>
          <p:nvPr/>
        </p:nvSpPr>
        <p:spPr>
          <a:xfrm>
            <a:off x="1516916" y="238741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ou</a:t>
            </a:r>
          </a:p>
        </p:txBody>
      </p:sp>
      <p:pic>
        <p:nvPicPr>
          <p:cNvPr id="24" name="Graphique 23" descr="Étoile avec un remplissage uni">
            <a:extLst>
              <a:ext uri="{FF2B5EF4-FFF2-40B4-BE49-F238E27FC236}">
                <a16:creationId xmlns:a16="http://schemas.microsoft.com/office/drawing/2014/main" id="{755D26B7-1C6A-373E-0AC4-4BB1092A3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3031608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que 24" descr="Étoile avec un remplissage uni">
            <a:extLst>
              <a:ext uri="{FF2B5EF4-FFF2-40B4-BE49-F238E27FC236}">
                <a16:creationId xmlns:a16="http://schemas.microsoft.com/office/drawing/2014/main" id="{540B11A3-FF17-D3D9-EF25-3F8A70C37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2021877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6" name="Graphique 25" descr="Étoile avec un remplissage uni">
            <a:extLst>
              <a:ext uri="{FF2B5EF4-FFF2-40B4-BE49-F238E27FC236}">
                <a16:creationId xmlns:a16="http://schemas.microsoft.com/office/drawing/2014/main" id="{1D134214-7DD2-05BE-5D60-C7770232B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1608046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que 26" descr="Étoile avec un remplissage uni">
            <a:extLst>
              <a:ext uri="{FF2B5EF4-FFF2-40B4-BE49-F238E27FC236}">
                <a16:creationId xmlns:a16="http://schemas.microsoft.com/office/drawing/2014/main" id="{BF5932F0-A46D-B058-CD8C-98642CD1D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1194216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8" name="Graphique 27" descr="Étoile avec un remplissage uni">
            <a:extLst>
              <a:ext uri="{FF2B5EF4-FFF2-40B4-BE49-F238E27FC236}">
                <a16:creationId xmlns:a16="http://schemas.microsoft.com/office/drawing/2014/main" id="{26E13097-81EF-3043-7691-3B5278379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916" y="1811071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que 28" descr="Étoile avec un remplissage uni">
            <a:extLst>
              <a:ext uri="{FF2B5EF4-FFF2-40B4-BE49-F238E27FC236}">
                <a16:creationId xmlns:a16="http://schemas.microsoft.com/office/drawing/2014/main" id="{35431B51-C8D9-D3AE-8BD7-C317CAFC0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916" y="1277205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032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247EB-398A-A11C-07D7-55774DC4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7A8988-F607-92F3-6466-6CBA23FD2D20}"/>
              </a:ext>
            </a:extLst>
          </p:cNvPr>
          <p:cNvSpPr/>
          <p:nvPr/>
        </p:nvSpPr>
        <p:spPr>
          <a:xfrm>
            <a:off x="736355" y="660726"/>
            <a:ext cx="2124000" cy="3312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B9630-C2D4-F6E8-DD89-5D5B70E26AEC}"/>
              </a:ext>
            </a:extLst>
          </p:cNvPr>
          <p:cNvSpPr/>
          <p:nvPr/>
        </p:nvSpPr>
        <p:spPr>
          <a:xfrm>
            <a:off x="736355" y="659682"/>
            <a:ext cx="2124000" cy="432000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Déplacer Officier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0EAAC-3C9F-94E9-06EE-5557AF1E1DF2}"/>
              </a:ext>
            </a:extLst>
          </p:cNvPr>
          <p:cNvSpPr/>
          <p:nvPr/>
        </p:nvSpPr>
        <p:spPr>
          <a:xfrm>
            <a:off x="1240355" y="1092030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fr-FR" sz="1200" dirty="0">
              <a:solidFill>
                <a:schemeClr val="tx1"/>
              </a:solidFill>
            </a:endParaRPr>
          </a:p>
          <a:p>
            <a:pPr algn="just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07750-E13C-2407-19AC-7FB7217A7D0B}"/>
              </a:ext>
            </a:extLst>
          </p:cNvPr>
          <p:cNvSpPr/>
          <p:nvPr/>
        </p:nvSpPr>
        <p:spPr>
          <a:xfrm>
            <a:off x="736355" y="2532726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0A2357-058A-25B1-7D8F-A99274E53AA7}"/>
              </a:ext>
            </a:extLst>
          </p:cNvPr>
          <p:cNvSpPr/>
          <p:nvPr/>
        </p:nvSpPr>
        <p:spPr>
          <a:xfrm>
            <a:off x="3274355" y="660726"/>
            <a:ext cx="2124000" cy="3312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38858E-DBA0-6321-5EAC-F7DDF7D12E1F}"/>
              </a:ext>
            </a:extLst>
          </p:cNvPr>
          <p:cNvSpPr/>
          <p:nvPr/>
        </p:nvSpPr>
        <p:spPr>
          <a:xfrm>
            <a:off x="3280681" y="653647"/>
            <a:ext cx="2124000" cy="432000"/>
          </a:xfrm>
          <a:prstGeom prst="rect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Recruter Troupes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3F7B44-332F-9932-97FD-FE04556AA65F}"/>
              </a:ext>
            </a:extLst>
          </p:cNvPr>
          <p:cNvSpPr/>
          <p:nvPr/>
        </p:nvSpPr>
        <p:spPr>
          <a:xfrm>
            <a:off x="3280681" y="2527234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81DB6A2-8640-87F3-FBC8-178D744AE747}"/>
              </a:ext>
            </a:extLst>
          </p:cNvPr>
          <p:cNvSpPr/>
          <p:nvPr/>
        </p:nvSpPr>
        <p:spPr>
          <a:xfrm>
            <a:off x="4198681" y="238303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EBD2C37-1E8E-6227-6EC7-E6C2B914802A}"/>
              </a:ext>
            </a:extLst>
          </p:cNvPr>
          <p:cNvSpPr/>
          <p:nvPr/>
        </p:nvSpPr>
        <p:spPr>
          <a:xfrm>
            <a:off x="1654355" y="2388378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</a:p>
        </p:txBody>
      </p:sp>
      <p:sp>
        <p:nvSpPr>
          <p:cNvPr id="2" name="Cercle : creux 1">
            <a:extLst>
              <a:ext uri="{FF2B5EF4-FFF2-40B4-BE49-F238E27FC236}">
                <a16:creationId xmlns:a16="http://schemas.microsoft.com/office/drawing/2014/main" id="{32F3611C-0BE5-B0CA-6BC7-94F71BFF1EB0}"/>
              </a:ext>
            </a:extLst>
          </p:cNvPr>
          <p:cNvSpPr/>
          <p:nvPr/>
        </p:nvSpPr>
        <p:spPr>
          <a:xfrm>
            <a:off x="805855" y="207075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" name="Cercle : creux 5">
            <a:extLst>
              <a:ext uri="{FF2B5EF4-FFF2-40B4-BE49-F238E27FC236}">
                <a16:creationId xmlns:a16="http://schemas.microsoft.com/office/drawing/2014/main" id="{50F4B5C3-C213-1329-BCB8-92DF3A794F9D}"/>
              </a:ext>
            </a:extLst>
          </p:cNvPr>
          <p:cNvSpPr/>
          <p:nvPr/>
        </p:nvSpPr>
        <p:spPr>
          <a:xfrm>
            <a:off x="786364" y="3517870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46B036F-7ED0-4B9E-C4C1-A2583C7CA617}"/>
              </a:ext>
            </a:extLst>
          </p:cNvPr>
          <p:cNvSpPr txBox="1"/>
          <p:nvPr/>
        </p:nvSpPr>
        <p:spPr>
          <a:xfrm>
            <a:off x="1284463" y="1850810"/>
            <a:ext cx="61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T2 :</a:t>
            </a:r>
          </a:p>
        </p:txBody>
      </p:sp>
      <p:sp>
        <p:nvSpPr>
          <p:cNvPr id="35" name="Signe Plus 34">
            <a:extLst>
              <a:ext uri="{FF2B5EF4-FFF2-40B4-BE49-F238E27FC236}">
                <a16:creationId xmlns:a16="http://schemas.microsoft.com/office/drawing/2014/main" id="{67095E98-4A5D-7A4F-BBE2-62F57D55B673}"/>
              </a:ext>
            </a:extLst>
          </p:cNvPr>
          <p:cNvSpPr/>
          <p:nvPr/>
        </p:nvSpPr>
        <p:spPr>
          <a:xfrm>
            <a:off x="1907254" y="1939461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Hexagone 38">
            <a:extLst>
              <a:ext uri="{FF2B5EF4-FFF2-40B4-BE49-F238E27FC236}">
                <a16:creationId xmlns:a16="http://schemas.microsoft.com/office/drawing/2014/main" id="{6092D859-45B2-524E-0305-7A4C5126393E}"/>
              </a:ext>
            </a:extLst>
          </p:cNvPr>
          <p:cNvSpPr/>
          <p:nvPr/>
        </p:nvSpPr>
        <p:spPr>
          <a:xfrm rot="5400000">
            <a:off x="2227917" y="1323814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Hexagone 39">
            <a:extLst>
              <a:ext uri="{FF2B5EF4-FFF2-40B4-BE49-F238E27FC236}">
                <a16:creationId xmlns:a16="http://schemas.microsoft.com/office/drawing/2014/main" id="{1378C702-1378-4B26-C01C-31F93EB375E9}"/>
              </a:ext>
            </a:extLst>
          </p:cNvPr>
          <p:cNvSpPr/>
          <p:nvPr/>
        </p:nvSpPr>
        <p:spPr>
          <a:xfrm rot="5400000">
            <a:off x="1818642" y="1323814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Hexagone 40">
            <a:extLst>
              <a:ext uri="{FF2B5EF4-FFF2-40B4-BE49-F238E27FC236}">
                <a16:creationId xmlns:a16="http://schemas.microsoft.com/office/drawing/2014/main" id="{9E4AC504-7E1B-A437-B335-4189464A4081}"/>
              </a:ext>
            </a:extLst>
          </p:cNvPr>
          <p:cNvSpPr/>
          <p:nvPr/>
        </p:nvSpPr>
        <p:spPr>
          <a:xfrm rot="5400000">
            <a:off x="1409367" y="1333747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Hexagone 42">
            <a:extLst>
              <a:ext uri="{FF2B5EF4-FFF2-40B4-BE49-F238E27FC236}">
                <a16:creationId xmlns:a16="http://schemas.microsoft.com/office/drawing/2014/main" id="{30B58551-4A98-1B4A-3631-5D8257D190EF}"/>
              </a:ext>
            </a:extLst>
          </p:cNvPr>
          <p:cNvSpPr/>
          <p:nvPr/>
        </p:nvSpPr>
        <p:spPr>
          <a:xfrm rot="5400000">
            <a:off x="995864" y="133374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Hexagone 93">
            <a:extLst>
              <a:ext uri="{FF2B5EF4-FFF2-40B4-BE49-F238E27FC236}">
                <a16:creationId xmlns:a16="http://schemas.microsoft.com/office/drawing/2014/main" id="{6F9A47A8-B06A-E87A-1C67-7A3C41DB9B5A}"/>
              </a:ext>
            </a:extLst>
          </p:cNvPr>
          <p:cNvSpPr/>
          <p:nvPr/>
        </p:nvSpPr>
        <p:spPr>
          <a:xfrm rot="5400000">
            <a:off x="1867917" y="3072599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Hexagone 94">
            <a:extLst>
              <a:ext uri="{FF2B5EF4-FFF2-40B4-BE49-F238E27FC236}">
                <a16:creationId xmlns:a16="http://schemas.microsoft.com/office/drawing/2014/main" id="{7A3D117C-5FBF-AD3B-4700-AE1E38B0BCBE}"/>
              </a:ext>
            </a:extLst>
          </p:cNvPr>
          <p:cNvSpPr/>
          <p:nvPr/>
        </p:nvSpPr>
        <p:spPr>
          <a:xfrm rot="5400000">
            <a:off x="1454414" y="3072599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Hexagone 97">
            <a:extLst>
              <a:ext uri="{FF2B5EF4-FFF2-40B4-BE49-F238E27FC236}">
                <a16:creationId xmlns:a16="http://schemas.microsoft.com/office/drawing/2014/main" id="{D6AD6DCE-7994-97A0-49CA-66875C39751B}"/>
              </a:ext>
            </a:extLst>
          </p:cNvPr>
          <p:cNvSpPr/>
          <p:nvPr/>
        </p:nvSpPr>
        <p:spPr>
          <a:xfrm rot="5400000">
            <a:off x="2227917" y="1879774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Cercle : creux 99">
            <a:extLst>
              <a:ext uri="{FF2B5EF4-FFF2-40B4-BE49-F238E27FC236}">
                <a16:creationId xmlns:a16="http://schemas.microsoft.com/office/drawing/2014/main" id="{A761FD90-092C-70D9-C1A0-D7033D90FDFD}"/>
              </a:ext>
            </a:extLst>
          </p:cNvPr>
          <p:cNvSpPr/>
          <p:nvPr/>
        </p:nvSpPr>
        <p:spPr>
          <a:xfrm>
            <a:off x="3352681" y="3534343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01" name="Cercle : creux 100">
            <a:extLst>
              <a:ext uri="{FF2B5EF4-FFF2-40B4-BE49-F238E27FC236}">
                <a16:creationId xmlns:a16="http://schemas.microsoft.com/office/drawing/2014/main" id="{F93792CA-C3FF-5FF4-E514-DCD436562675}"/>
              </a:ext>
            </a:extLst>
          </p:cNvPr>
          <p:cNvSpPr/>
          <p:nvPr/>
        </p:nvSpPr>
        <p:spPr>
          <a:xfrm>
            <a:off x="3352681" y="2081991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A1C59AF-E803-9426-CA81-E3310FEBC1C5}"/>
              </a:ext>
            </a:extLst>
          </p:cNvPr>
          <p:cNvSpPr txBox="1"/>
          <p:nvPr/>
        </p:nvSpPr>
        <p:spPr>
          <a:xfrm>
            <a:off x="4074836" y="1904888"/>
            <a:ext cx="64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T1 :</a:t>
            </a:r>
          </a:p>
        </p:txBody>
      </p:sp>
      <p:sp>
        <p:nvSpPr>
          <p:cNvPr id="103" name="Signe Plus 102">
            <a:extLst>
              <a:ext uri="{FF2B5EF4-FFF2-40B4-BE49-F238E27FC236}">
                <a16:creationId xmlns:a16="http://schemas.microsoft.com/office/drawing/2014/main" id="{421E24C8-2097-D928-0D54-1588E2594638}"/>
              </a:ext>
            </a:extLst>
          </p:cNvPr>
          <p:cNvSpPr/>
          <p:nvPr/>
        </p:nvSpPr>
        <p:spPr>
          <a:xfrm>
            <a:off x="4594730" y="1982446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Hexagone 104">
            <a:extLst>
              <a:ext uri="{FF2B5EF4-FFF2-40B4-BE49-F238E27FC236}">
                <a16:creationId xmlns:a16="http://schemas.microsoft.com/office/drawing/2014/main" id="{B86436C6-5016-FA60-74AA-1C40AAC592E3}"/>
              </a:ext>
            </a:extLst>
          </p:cNvPr>
          <p:cNvSpPr/>
          <p:nvPr/>
        </p:nvSpPr>
        <p:spPr>
          <a:xfrm rot="5400000">
            <a:off x="4843518" y="1306051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5AAD0CB0-F2CB-D4F7-A580-8B346897E45D}"/>
              </a:ext>
            </a:extLst>
          </p:cNvPr>
          <p:cNvSpPr/>
          <p:nvPr/>
        </p:nvSpPr>
        <p:spPr>
          <a:xfrm>
            <a:off x="3424681" y="1306051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F8C50C6C-4EFB-D2D7-E1B5-C88AAB666915}"/>
              </a:ext>
            </a:extLst>
          </p:cNvPr>
          <p:cNvSpPr/>
          <p:nvPr/>
        </p:nvSpPr>
        <p:spPr>
          <a:xfrm>
            <a:off x="3791007" y="1306051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C7E1F008-BDCB-ED75-F014-C475A2B1A6DB}"/>
              </a:ext>
            </a:extLst>
          </p:cNvPr>
          <p:cNvSpPr/>
          <p:nvPr/>
        </p:nvSpPr>
        <p:spPr>
          <a:xfrm>
            <a:off x="4153827" y="1306051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63C1BC1F-076D-CB7F-27EC-FF28A439595B}"/>
              </a:ext>
            </a:extLst>
          </p:cNvPr>
          <p:cNvSpPr/>
          <p:nvPr/>
        </p:nvSpPr>
        <p:spPr>
          <a:xfrm>
            <a:off x="4867844" y="192844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D3627656-6536-2289-281D-7BE59492843C}"/>
              </a:ext>
            </a:extLst>
          </p:cNvPr>
          <p:cNvCxnSpPr>
            <a:cxnSpLocks/>
          </p:cNvCxnSpPr>
          <p:nvPr/>
        </p:nvCxnSpPr>
        <p:spPr>
          <a:xfrm>
            <a:off x="4556088" y="1486051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Hexagone 117">
            <a:extLst>
              <a:ext uri="{FF2B5EF4-FFF2-40B4-BE49-F238E27FC236}">
                <a16:creationId xmlns:a16="http://schemas.microsoft.com/office/drawing/2014/main" id="{4EF936E8-D9BD-8706-2637-7A8FDF0D24F7}"/>
              </a:ext>
            </a:extLst>
          </p:cNvPr>
          <p:cNvSpPr/>
          <p:nvPr/>
        </p:nvSpPr>
        <p:spPr>
          <a:xfrm rot="5400000">
            <a:off x="4843518" y="3090814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290B5C94-C840-417B-1941-231565DA9D24}"/>
              </a:ext>
            </a:extLst>
          </p:cNvPr>
          <p:cNvSpPr/>
          <p:nvPr/>
        </p:nvSpPr>
        <p:spPr>
          <a:xfrm>
            <a:off x="4153827" y="3090814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7400130B-8B23-A2BE-877D-C3A92B8A01B4}"/>
              </a:ext>
            </a:extLst>
          </p:cNvPr>
          <p:cNvCxnSpPr>
            <a:cxnSpLocks/>
          </p:cNvCxnSpPr>
          <p:nvPr/>
        </p:nvCxnSpPr>
        <p:spPr>
          <a:xfrm>
            <a:off x="4556088" y="3270814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F40CDB5E-212B-0CB3-D512-D05FA9764758}"/>
              </a:ext>
            </a:extLst>
          </p:cNvPr>
          <p:cNvCxnSpPr>
            <a:cxnSpLocks/>
          </p:cNvCxnSpPr>
          <p:nvPr/>
        </p:nvCxnSpPr>
        <p:spPr>
          <a:xfrm>
            <a:off x="1654355" y="3259849"/>
            <a:ext cx="50489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D463D5AE-D2E6-2B6C-9395-0A73D93D7C42}"/>
              </a:ext>
            </a:extLst>
          </p:cNvPr>
          <p:cNvCxnSpPr>
            <a:cxnSpLocks/>
          </p:cNvCxnSpPr>
          <p:nvPr/>
        </p:nvCxnSpPr>
        <p:spPr>
          <a:xfrm>
            <a:off x="1213764" y="1507788"/>
            <a:ext cx="1269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A9667E1-CD75-9B7B-FEA0-EBCB54898CF6}"/>
              </a:ext>
            </a:extLst>
          </p:cNvPr>
          <p:cNvSpPr/>
          <p:nvPr/>
        </p:nvSpPr>
        <p:spPr>
          <a:xfrm>
            <a:off x="5861635" y="652846"/>
            <a:ext cx="2124000" cy="3312000"/>
          </a:xfrm>
          <a:prstGeom prst="rect">
            <a:avLst/>
          </a:prstGeom>
          <a:blipFill dpi="0" rotWithShape="1">
            <a:blip r:embed="rId9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C7D3E7-877A-2BB7-1E75-7FAA01E4DA10}"/>
              </a:ext>
            </a:extLst>
          </p:cNvPr>
          <p:cNvSpPr/>
          <p:nvPr/>
        </p:nvSpPr>
        <p:spPr>
          <a:xfrm>
            <a:off x="5861635" y="660030"/>
            <a:ext cx="2124000" cy="432000"/>
          </a:xfrm>
          <a:prstGeom prst="rect">
            <a:avLst/>
          </a:prstGeom>
          <a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Déplacer Officier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8C4CC71-E87B-AA35-9C95-0778C8D39076}"/>
              </a:ext>
            </a:extLst>
          </p:cNvPr>
          <p:cNvSpPr/>
          <p:nvPr/>
        </p:nvSpPr>
        <p:spPr>
          <a:xfrm>
            <a:off x="5861635" y="2533074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3E1BFE9-7259-4360-526F-C34342105A5E}"/>
              </a:ext>
            </a:extLst>
          </p:cNvPr>
          <p:cNvSpPr/>
          <p:nvPr/>
        </p:nvSpPr>
        <p:spPr>
          <a:xfrm>
            <a:off x="8384821" y="649541"/>
            <a:ext cx="2124000" cy="3312000"/>
          </a:xfrm>
          <a:prstGeom prst="rect">
            <a:avLst/>
          </a:prstGeom>
          <a:blipFill dpi="0" rotWithShape="1">
            <a:blip r:embed="rId1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4FE7814-E25F-C5EB-F56A-41AF1B00DCE1}"/>
              </a:ext>
            </a:extLst>
          </p:cNvPr>
          <p:cNvSpPr/>
          <p:nvPr/>
        </p:nvSpPr>
        <p:spPr>
          <a:xfrm>
            <a:off x="8391147" y="660030"/>
            <a:ext cx="2124000" cy="432000"/>
          </a:xfrm>
          <a:prstGeom prst="rect">
            <a:avLst/>
          </a:prstGeom>
          <a:blipFill dpi="0" rotWithShape="1">
            <a:blip r:embed="rId13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Recruter Troupes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A38A5F0-2570-40BC-F1A3-FCDFE388B3B2}"/>
              </a:ext>
            </a:extLst>
          </p:cNvPr>
          <p:cNvSpPr/>
          <p:nvPr/>
        </p:nvSpPr>
        <p:spPr>
          <a:xfrm>
            <a:off x="8391147" y="2516049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3BB1A62F-C095-5E97-483D-104EDADAAB05}"/>
              </a:ext>
            </a:extLst>
          </p:cNvPr>
          <p:cNvSpPr/>
          <p:nvPr/>
        </p:nvSpPr>
        <p:spPr>
          <a:xfrm>
            <a:off x="9309147" y="2371854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CE0AA04C-82A6-0BE3-68B3-3F6CF9136CA8}"/>
              </a:ext>
            </a:extLst>
          </p:cNvPr>
          <p:cNvSpPr/>
          <p:nvPr/>
        </p:nvSpPr>
        <p:spPr>
          <a:xfrm>
            <a:off x="6779635" y="2388726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</a:p>
        </p:txBody>
      </p:sp>
      <p:sp>
        <p:nvSpPr>
          <p:cNvPr id="136" name="Cercle : creux 135">
            <a:extLst>
              <a:ext uri="{FF2B5EF4-FFF2-40B4-BE49-F238E27FC236}">
                <a16:creationId xmlns:a16="http://schemas.microsoft.com/office/drawing/2014/main" id="{7FDDD8BF-8464-8166-4689-3A4E7EBDDAD5}"/>
              </a:ext>
            </a:extLst>
          </p:cNvPr>
          <p:cNvSpPr/>
          <p:nvPr/>
        </p:nvSpPr>
        <p:spPr>
          <a:xfrm>
            <a:off x="5931135" y="2071106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37" name="Cercle : creux 136">
            <a:extLst>
              <a:ext uri="{FF2B5EF4-FFF2-40B4-BE49-F238E27FC236}">
                <a16:creationId xmlns:a16="http://schemas.microsoft.com/office/drawing/2014/main" id="{87310BE5-5D79-D61F-4D82-606CA00E8C12}"/>
              </a:ext>
            </a:extLst>
          </p:cNvPr>
          <p:cNvSpPr/>
          <p:nvPr/>
        </p:nvSpPr>
        <p:spPr>
          <a:xfrm>
            <a:off x="5911644" y="351821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B69C817-4667-85E8-D6AC-8978626619EF}"/>
              </a:ext>
            </a:extLst>
          </p:cNvPr>
          <p:cNvSpPr txBox="1"/>
          <p:nvPr/>
        </p:nvSpPr>
        <p:spPr>
          <a:xfrm>
            <a:off x="6393235" y="1869740"/>
            <a:ext cx="61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T2 :</a:t>
            </a:r>
          </a:p>
        </p:txBody>
      </p:sp>
      <p:sp>
        <p:nvSpPr>
          <p:cNvPr id="139" name="Signe Plus 138">
            <a:extLst>
              <a:ext uri="{FF2B5EF4-FFF2-40B4-BE49-F238E27FC236}">
                <a16:creationId xmlns:a16="http://schemas.microsoft.com/office/drawing/2014/main" id="{E2020FBE-8F8D-3CE9-D524-297164D0C4A5}"/>
              </a:ext>
            </a:extLst>
          </p:cNvPr>
          <p:cNvSpPr/>
          <p:nvPr/>
        </p:nvSpPr>
        <p:spPr>
          <a:xfrm>
            <a:off x="6917427" y="1945307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Hexagone 139">
            <a:extLst>
              <a:ext uri="{FF2B5EF4-FFF2-40B4-BE49-F238E27FC236}">
                <a16:creationId xmlns:a16="http://schemas.microsoft.com/office/drawing/2014/main" id="{275A0A27-3867-49C9-2A20-E8DF620D469B}"/>
              </a:ext>
            </a:extLst>
          </p:cNvPr>
          <p:cNvSpPr/>
          <p:nvPr/>
        </p:nvSpPr>
        <p:spPr>
          <a:xfrm rot="5400000">
            <a:off x="7353197" y="1324162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Hexagone 140">
            <a:extLst>
              <a:ext uri="{FF2B5EF4-FFF2-40B4-BE49-F238E27FC236}">
                <a16:creationId xmlns:a16="http://schemas.microsoft.com/office/drawing/2014/main" id="{1746E72F-3CEE-3EF0-285B-255EEEF19A41}"/>
              </a:ext>
            </a:extLst>
          </p:cNvPr>
          <p:cNvSpPr/>
          <p:nvPr/>
        </p:nvSpPr>
        <p:spPr>
          <a:xfrm rot="5400000">
            <a:off x="6943922" y="1324162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Hexagone 141">
            <a:extLst>
              <a:ext uri="{FF2B5EF4-FFF2-40B4-BE49-F238E27FC236}">
                <a16:creationId xmlns:a16="http://schemas.microsoft.com/office/drawing/2014/main" id="{A23877BE-BE5C-52ED-6C8F-929BD4634E9B}"/>
              </a:ext>
            </a:extLst>
          </p:cNvPr>
          <p:cNvSpPr/>
          <p:nvPr/>
        </p:nvSpPr>
        <p:spPr>
          <a:xfrm rot="5400000">
            <a:off x="6534647" y="1334095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Hexagone 142">
            <a:extLst>
              <a:ext uri="{FF2B5EF4-FFF2-40B4-BE49-F238E27FC236}">
                <a16:creationId xmlns:a16="http://schemas.microsoft.com/office/drawing/2014/main" id="{952AD64E-2429-B286-3B23-929AA5B965D4}"/>
              </a:ext>
            </a:extLst>
          </p:cNvPr>
          <p:cNvSpPr/>
          <p:nvPr/>
        </p:nvSpPr>
        <p:spPr>
          <a:xfrm rot="5400000">
            <a:off x="6121144" y="1334095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Hexagone 143">
            <a:extLst>
              <a:ext uri="{FF2B5EF4-FFF2-40B4-BE49-F238E27FC236}">
                <a16:creationId xmlns:a16="http://schemas.microsoft.com/office/drawing/2014/main" id="{BF725BFA-051A-9277-8BE5-8799DEBDD8E0}"/>
              </a:ext>
            </a:extLst>
          </p:cNvPr>
          <p:cNvSpPr/>
          <p:nvPr/>
        </p:nvSpPr>
        <p:spPr>
          <a:xfrm rot="5400000">
            <a:off x="6993197" y="3072947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Hexagone 144">
            <a:extLst>
              <a:ext uri="{FF2B5EF4-FFF2-40B4-BE49-F238E27FC236}">
                <a16:creationId xmlns:a16="http://schemas.microsoft.com/office/drawing/2014/main" id="{FBCA7174-65C4-C9FA-65C8-66ADE26E3E95}"/>
              </a:ext>
            </a:extLst>
          </p:cNvPr>
          <p:cNvSpPr/>
          <p:nvPr/>
        </p:nvSpPr>
        <p:spPr>
          <a:xfrm rot="5400000">
            <a:off x="6579694" y="307294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Hexagone 145">
            <a:extLst>
              <a:ext uri="{FF2B5EF4-FFF2-40B4-BE49-F238E27FC236}">
                <a16:creationId xmlns:a16="http://schemas.microsoft.com/office/drawing/2014/main" id="{1C1990B2-A6A7-E57F-D6B6-14A24A327674}"/>
              </a:ext>
            </a:extLst>
          </p:cNvPr>
          <p:cNvSpPr/>
          <p:nvPr/>
        </p:nvSpPr>
        <p:spPr>
          <a:xfrm rot="5400000">
            <a:off x="7214427" y="1892827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Cercle : creux 146">
            <a:extLst>
              <a:ext uri="{FF2B5EF4-FFF2-40B4-BE49-F238E27FC236}">
                <a16:creationId xmlns:a16="http://schemas.microsoft.com/office/drawing/2014/main" id="{72B0B8DB-A2CD-9FD7-F49C-61F196719A88}"/>
              </a:ext>
            </a:extLst>
          </p:cNvPr>
          <p:cNvSpPr/>
          <p:nvPr/>
        </p:nvSpPr>
        <p:spPr>
          <a:xfrm>
            <a:off x="8463147" y="352315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48" name="Cercle : creux 147">
            <a:extLst>
              <a:ext uri="{FF2B5EF4-FFF2-40B4-BE49-F238E27FC236}">
                <a16:creationId xmlns:a16="http://schemas.microsoft.com/office/drawing/2014/main" id="{70F5F2B4-4A8B-AF97-A9CD-345954EC3B50}"/>
              </a:ext>
            </a:extLst>
          </p:cNvPr>
          <p:cNvSpPr/>
          <p:nvPr/>
        </p:nvSpPr>
        <p:spPr>
          <a:xfrm>
            <a:off x="8463147" y="2070806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8C359FD1-85F3-3D38-11EC-DE0169FB354E}"/>
              </a:ext>
            </a:extLst>
          </p:cNvPr>
          <p:cNvSpPr txBox="1"/>
          <p:nvPr/>
        </p:nvSpPr>
        <p:spPr>
          <a:xfrm>
            <a:off x="8912330" y="1858626"/>
            <a:ext cx="64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T1 :</a:t>
            </a:r>
          </a:p>
        </p:txBody>
      </p:sp>
      <p:sp>
        <p:nvSpPr>
          <p:cNvPr id="150" name="Signe Plus 149">
            <a:extLst>
              <a:ext uri="{FF2B5EF4-FFF2-40B4-BE49-F238E27FC236}">
                <a16:creationId xmlns:a16="http://schemas.microsoft.com/office/drawing/2014/main" id="{7481C196-DCFD-25FB-9855-40F5D8C30F2E}"/>
              </a:ext>
            </a:extLst>
          </p:cNvPr>
          <p:cNvSpPr/>
          <p:nvPr/>
        </p:nvSpPr>
        <p:spPr>
          <a:xfrm>
            <a:off x="9432224" y="1936184"/>
            <a:ext cx="252000" cy="252000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Hexagone 150">
            <a:extLst>
              <a:ext uri="{FF2B5EF4-FFF2-40B4-BE49-F238E27FC236}">
                <a16:creationId xmlns:a16="http://schemas.microsoft.com/office/drawing/2014/main" id="{6CE09C9F-3B20-7D87-DF77-0FC1DC65F2AC}"/>
              </a:ext>
            </a:extLst>
          </p:cNvPr>
          <p:cNvSpPr/>
          <p:nvPr/>
        </p:nvSpPr>
        <p:spPr>
          <a:xfrm rot="5400000">
            <a:off x="9953984" y="1294866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E00BA9F5-ABD1-E30B-A0CF-3BD3BB546AF3}"/>
              </a:ext>
            </a:extLst>
          </p:cNvPr>
          <p:cNvSpPr/>
          <p:nvPr/>
        </p:nvSpPr>
        <p:spPr>
          <a:xfrm>
            <a:off x="8535147" y="129486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E15B3930-D4F4-849F-80B9-664B3B64538B}"/>
              </a:ext>
            </a:extLst>
          </p:cNvPr>
          <p:cNvSpPr/>
          <p:nvPr/>
        </p:nvSpPr>
        <p:spPr>
          <a:xfrm>
            <a:off x="8901473" y="129486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103A5920-E7DF-8325-B96A-42DAFAF3B398}"/>
              </a:ext>
            </a:extLst>
          </p:cNvPr>
          <p:cNvSpPr/>
          <p:nvPr/>
        </p:nvSpPr>
        <p:spPr>
          <a:xfrm>
            <a:off x="9264293" y="129486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C03AF27C-A951-D8DB-7DE0-38D862B6451A}"/>
              </a:ext>
            </a:extLst>
          </p:cNvPr>
          <p:cNvSpPr/>
          <p:nvPr/>
        </p:nvSpPr>
        <p:spPr>
          <a:xfrm>
            <a:off x="9725733" y="1882184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4351F397-DD17-5FBB-18FF-BDD56252F8AA}"/>
              </a:ext>
            </a:extLst>
          </p:cNvPr>
          <p:cNvCxnSpPr>
            <a:cxnSpLocks/>
          </p:cNvCxnSpPr>
          <p:nvPr/>
        </p:nvCxnSpPr>
        <p:spPr>
          <a:xfrm>
            <a:off x="9666554" y="1474866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Hexagone 156">
            <a:extLst>
              <a:ext uri="{FF2B5EF4-FFF2-40B4-BE49-F238E27FC236}">
                <a16:creationId xmlns:a16="http://schemas.microsoft.com/office/drawing/2014/main" id="{E546325D-8EF5-FBDC-0F9B-A4ED63A488D1}"/>
              </a:ext>
            </a:extLst>
          </p:cNvPr>
          <p:cNvSpPr/>
          <p:nvPr/>
        </p:nvSpPr>
        <p:spPr>
          <a:xfrm rot="5400000">
            <a:off x="9579957" y="301984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B844D743-4A96-EF5A-FBE0-B2DD2F588350}"/>
              </a:ext>
            </a:extLst>
          </p:cNvPr>
          <p:cNvSpPr/>
          <p:nvPr/>
        </p:nvSpPr>
        <p:spPr>
          <a:xfrm>
            <a:off x="8890266" y="3019847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9" name="Connecteur droit avec flèche 158">
            <a:extLst>
              <a:ext uri="{FF2B5EF4-FFF2-40B4-BE49-F238E27FC236}">
                <a16:creationId xmlns:a16="http://schemas.microsoft.com/office/drawing/2014/main" id="{DCA97935-71C9-B623-00FC-C204F63AE411}"/>
              </a:ext>
            </a:extLst>
          </p:cNvPr>
          <p:cNvCxnSpPr>
            <a:cxnSpLocks/>
          </p:cNvCxnSpPr>
          <p:nvPr/>
        </p:nvCxnSpPr>
        <p:spPr>
          <a:xfrm>
            <a:off x="9292527" y="3199847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B148E7FF-440F-6D00-8415-BF4B6735D342}"/>
              </a:ext>
            </a:extLst>
          </p:cNvPr>
          <p:cNvCxnSpPr>
            <a:cxnSpLocks/>
          </p:cNvCxnSpPr>
          <p:nvPr/>
        </p:nvCxnSpPr>
        <p:spPr>
          <a:xfrm>
            <a:off x="6779635" y="3260197"/>
            <a:ext cx="50489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BCEAC794-EB45-049D-5AC4-B3222746DD2A}"/>
              </a:ext>
            </a:extLst>
          </p:cNvPr>
          <p:cNvCxnSpPr>
            <a:cxnSpLocks/>
          </p:cNvCxnSpPr>
          <p:nvPr/>
        </p:nvCxnSpPr>
        <p:spPr>
          <a:xfrm>
            <a:off x="6339044" y="1508136"/>
            <a:ext cx="1269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4105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64</Words>
  <Application>Microsoft Office PowerPoint</Application>
  <PresentationFormat>Grand écran</PresentationFormat>
  <Paragraphs>32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5</cp:revision>
  <cp:lastPrinted>2026-02-08T09:48:57Z</cp:lastPrinted>
  <dcterms:created xsi:type="dcterms:W3CDTF">2026-02-07T18:04:07Z</dcterms:created>
  <dcterms:modified xsi:type="dcterms:W3CDTF">2026-02-08T09:49:25Z</dcterms:modified>
</cp:coreProperties>
</file>