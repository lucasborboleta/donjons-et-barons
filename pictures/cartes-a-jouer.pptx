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5835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12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microsoft.com/office/2007/relationships/hdphoto" Target="../media/hdphoto3.wdp"/><Relationship Id="rId5" Type="http://schemas.openxmlformats.org/officeDocument/2006/relationships/image" Target="../media/image7.jpe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jpeg"/><Relationship Id="rId14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microsoft.com/office/2007/relationships/hdphoto" Target="../media/hdphoto2.wdp"/><Relationship Id="rId12" Type="http://schemas.microsoft.com/office/2007/relationships/hdphoto" Target="../media/hdphoto6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9.jpeg"/><Relationship Id="rId10" Type="http://schemas.microsoft.com/office/2007/relationships/hdphoto" Target="../media/hdphoto5.wdp"/><Relationship Id="rId4" Type="http://schemas.microsoft.com/office/2007/relationships/hdphoto" Target="../media/hdphoto3.wdp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9.jpeg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microsoft.com/office/2007/relationships/hdphoto" Target="../media/hdphoto2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jpe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12" Type="http://schemas.microsoft.com/office/2007/relationships/hdphoto" Target="../media/hdphoto2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4.png"/><Relationship Id="rId5" Type="http://schemas.openxmlformats.org/officeDocument/2006/relationships/image" Target="../media/image9.jpe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9.jpeg"/><Relationship Id="rId4" Type="http://schemas.microsoft.com/office/2007/relationships/hdphoto" Target="../media/hdphoto4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2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microsoft.com/office/2007/relationships/hdphoto" Target="../media/hdphoto4.wdp"/><Relationship Id="rId4" Type="http://schemas.openxmlformats.org/officeDocument/2006/relationships/image" Target="../media/image13.png"/><Relationship Id="rId9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9E033-BC78-9BF6-1742-0BA8C9398A4F}"/>
              </a:ext>
            </a:extLst>
          </p:cNvPr>
          <p:cNvSpPr/>
          <p:nvPr/>
        </p:nvSpPr>
        <p:spPr>
          <a:xfrm>
            <a:off x="598916" y="659071"/>
            <a:ext cx="2124000" cy="3312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E3C506-2C5F-C360-4BF6-440E6AD8F600}"/>
              </a:ext>
            </a:extLst>
          </p:cNvPr>
          <p:cNvSpPr/>
          <p:nvPr/>
        </p:nvSpPr>
        <p:spPr>
          <a:xfrm>
            <a:off x="598916" y="658723"/>
            <a:ext cx="2124000" cy="432000"/>
          </a:xfrm>
          <a:prstGeom prst="rect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Déplacer Officier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585D53-5540-E5CF-9747-23649740698B}"/>
              </a:ext>
            </a:extLst>
          </p:cNvPr>
          <p:cNvSpPr/>
          <p:nvPr/>
        </p:nvSpPr>
        <p:spPr>
          <a:xfrm>
            <a:off x="1102916" y="1091071"/>
            <a:ext cx="162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Jusqu’à 3 Tuiles</a:t>
            </a:r>
          </a:p>
          <a:p>
            <a:pPr algn="just"/>
            <a:endParaRPr lang="fr-FR" sz="1200" dirty="0">
              <a:solidFill>
                <a:schemeClr val="tx1"/>
              </a:solidFill>
            </a:endParaRPr>
          </a:p>
          <a:p>
            <a:pPr algn="just"/>
            <a:r>
              <a:rPr lang="fr-FR" sz="1200" dirty="0">
                <a:solidFill>
                  <a:schemeClr val="tx1"/>
                </a:solidFill>
              </a:rPr>
              <a:t>Plus 1 Tuile si départ d’une « Tuile 2 »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C764E-1ADD-5261-6034-77504E8FE67B}"/>
              </a:ext>
            </a:extLst>
          </p:cNvPr>
          <p:cNvSpPr/>
          <p:nvPr/>
        </p:nvSpPr>
        <p:spPr>
          <a:xfrm>
            <a:off x="598916" y="2531767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De 1 Tuile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B5E739-36F2-4ADD-CD46-B6AB4DD82970}"/>
              </a:ext>
            </a:extLst>
          </p:cNvPr>
          <p:cNvSpPr/>
          <p:nvPr/>
        </p:nvSpPr>
        <p:spPr>
          <a:xfrm>
            <a:off x="3136916" y="657679"/>
            <a:ext cx="2124000" cy="3312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E0F47B-2F78-A87B-2008-A4492D02ED4B}"/>
              </a:ext>
            </a:extLst>
          </p:cNvPr>
          <p:cNvSpPr/>
          <p:nvPr/>
        </p:nvSpPr>
        <p:spPr>
          <a:xfrm>
            <a:off x="3136916" y="657331"/>
            <a:ext cx="2124000" cy="4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Recruter Troupes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72687D-FDEC-C49C-7DFC-C868AEA713B8}"/>
              </a:ext>
            </a:extLst>
          </p:cNvPr>
          <p:cNvSpPr/>
          <p:nvPr/>
        </p:nvSpPr>
        <p:spPr>
          <a:xfrm>
            <a:off x="3640916" y="1090375"/>
            <a:ext cx="162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3 Troupes</a:t>
            </a:r>
          </a:p>
          <a:p>
            <a:pPr algn="just"/>
            <a:endParaRPr lang="fr-FR" sz="1200" dirty="0">
              <a:solidFill>
                <a:schemeClr val="tx1"/>
              </a:solidFill>
            </a:endParaRPr>
          </a:p>
          <a:p>
            <a:pPr algn="just"/>
            <a:r>
              <a:rPr lang="fr-FR" sz="1200" dirty="0">
                <a:solidFill>
                  <a:schemeClr val="tx1"/>
                </a:solidFill>
              </a:rPr>
              <a:t>Plus 1 Troupe si sur une « Tuile 1 »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16A004-ADD3-E8DA-2F91-6FC7F58B5B45}"/>
              </a:ext>
            </a:extLst>
          </p:cNvPr>
          <p:cNvSpPr/>
          <p:nvPr/>
        </p:nvSpPr>
        <p:spPr>
          <a:xfrm>
            <a:off x="3640916" y="2531071"/>
            <a:ext cx="162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1 Troupe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4D5D3B-9066-C758-2665-4F02550611A3}"/>
              </a:ext>
            </a:extLst>
          </p:cNvPr>
          <p:cNvSpPr/>
          <p:nvPr/>
        </p:nvSpPr>
        <p:spPr>
          <a:xfrm>
            <a:off x="3136916" y="2530918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CF13C15-E106-0885-0C31-011E3CBA9180}"/>
              </a:ext>
            </a:extLst>
          </p:cNvPr>
          <p:cNvSpPr/>
          <p:nvPr/>
        </p:nvSpPr>
        <p:spPr>
          <a:xfrm>
            <a:off x="4054916" y="2386723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ou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2B6BB76-EF36-CAC5-1255-38BFB8F18495}"/>
              </a:ext>
            </a:extLst>
          </p:cNvPr>
          <p:cNvSpPr/>
          <p:nvPr/>
        </p:nvSpPr>
        <p:spPr>
          <a:xfrm>
            <a:off x="1516916" y="238741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ou</a:t>
            </a:r>
          </a:p>
        </p:txBody>
      </p:sp>
      <p:pic>
        <p:nvPicPr>
          <p:cNvPr id="24" name="Graphique 23" descr="Étoile avec un remplissage uni">
            <a:extLst>
              <a:ext uri="{FF2B5EF4-FFF2-40B4-BE49-F238E27FC236}">
                <a16:creationId xmlns:a16="http://schemas.microsoft.com/office/drawing/2014/main" id="{755D26B7-1C6A-373E-0AC4-4BB1092A36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2160" y="3031608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que 24" descr="Étoile avec un remplissage uni">
            <a:extLst>
              <a:ext uri="{FF2B5EF4-FFF2-40B4-BE49-F238E27FC236}">
                <a16:creationId xmlns:a16="http://schemas.microsoft.com/office/drawing/2014/main" id="{540B11A3-FF17-D3D9-EF25-3F8A70C37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2160" y="2021877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6" name="Graphique 25" descr="Étoile avec un remplissage uni">
            <a:extLst>
              <a:ext uri="{FF2B5EF4-FFF2-40B4-BE49-F238E27FC236}">
                <a16:creationId xmlns:a16="http://schemas.microsoft.com/office/drawing/2014/main" id="{1D134214-7DD2-05BE-5D60-C7770232B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2160" y="1608046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7" name="Graphique 26" descr="Étoile avec un remplissage uni">
            <a:extLst>
              <a:ext uri="{FF2B5EF4-FFF2-40B4-BE49-F238E27FC236}">
                <a16:creationId xmlns:a16="http://schemas.microsoft.com/office/drawing/2014/main" id="{BF5932F0-A46D-B058-CD8C-98642CD1D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2160" y="1194216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8" name="Graphique 27" descr="Étoile avec un remplissage uni">
            <a:extLst>
              <a:ext uri="{FF2B5EF4-FFF2-40B4-BE49-F238E27FC236}">
                <a16:creationId xmlns:a16="http://schemas.microsoft.com/office/drawing/2014/main" id="{26E13097-81EF-3043-7691-3B5278379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916" y="1811071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29" name="Graphique 28" descr="Étoile avec un remplissage uni">
            <a:extLst>
              <a:ext uri="{FF2B5EF4-FFF2-40B4-BE49-F238E27FC236}">
                <a16:creationId xmlns:a16="http://schemas.microsoft.com/office/drawing/2014/main" id="{35431B51-C8D9-D3AE-8BD7-C317CAFC0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916" y="1277205"/>
            <a:ext cx="360000" cy="3600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Parchemin : vertical 1">
            <a:extLst>
              <a:ext uri="{FF2B5EF4-FFF2-40B4-BE49-F238E27FC236}">
                <a16:creationId xmlns:a16="http://schemas.microsoft.com/office/drawing/2014/main" id="{DDA35117-A095-916C-FBA0-423040446E26}"/>
              </a:ext>
            </a:extLst>
          </p:cNvPr>
          <p:cNvSpPr/>
          <p:nvPr/>
        </p:nvSpPr>
        <p:spPr>
          <a:xfrm>
            <a:off x="2222500" y="4617606"/>
            <a:ext cx="1620000" cy="493269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Version 1</a:t>
            </a:r>
          </a:p>
        </p:txBody>
      </p:sp>
    </p:spTree>
    <p:extLst>
      <p:ext uri="{BB962C8B-B14F-4D97-AF65-F5344CB8AC3E}">
        <p14:creationId xmlns:p14="http://schemas.microsoft.com/office/powerpoint/2010/main" val="3060327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247EB-398A-A11C-07D7-55774DC4D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7A8988-F607-92F3-6466-6CBA23FD2D20}"/>
              </a:ext>
            </a:extLst>
          </p:cNvPr>
          <p:cNvSpPr/>
          <p:nvPr/>
        </p:nvSpPr>
        <p:spPr>
          <a:xfrm>
            <a:off x="736355" y="660726"/>
            <a:ext cx="2124000" cy="3312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B9630-C2D4-F6E8-DD89-5D5B70E26AEC}"/>
              </a:ext>
            </a:extLst>
          </p:cNvPr>
          <p:cNvSpPr/>
          <p:nvPr/>
        </p:nvSpPr>
        <p:spPr>
          <a:xfrm>
            <a:off x="736355" y="659682"/>
            <a:ext cx="2124000" cy="432000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Déplacer Officier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0EAAC-3C9F-94E9-06EE-5557AF1E1DF2}"/>
              </a:ext>
            </a:extLst>
          </p:cNvPr>
          <p:cNvSpPr/>
          <p:nvPr/>
        </p:nvSpPr>
        <p:spPr>
          <a:xfrm>
            <a:off x="1240355" y="1092030"/>
            <a:ext cx="162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fr-FR" sz="1200" dirty="0">
              <a:solidFill>
                <a:schemeClr val="tx1"/>
              </a:solidFill>
            </a:endParaRPr>
          </a:p>
          <a:p>
            <a:pPr algn="just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F07750-E13C-2407-19AC-7FB7217A7D0B}"/>
              </a:ext>
            </a:extLst>
          </p:cNvPr>
          <p:cNvSpPr/>
          <p:nvPr/>
        </p:nvSpPr>
        <p:spPr>
          <a:xfrm>
            <a:off x="736355" y="2532726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0A2357-058A-25B1-7D8F-A99274E53AA7}"/>
              </a:ext>
            </a:extLst>
          </p:cNvPr>
          <p:cNvSpPr/>
          <p:nvPr/>
        </p:nvSpPr>
        <p:spPr>
          <a:xfrm>
            <a:off x="3274355" y="660726"/>
            <a:ext cx="2124000" cy="331200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38858E-DBA0-6321-5EAC-F7DDF7D12E1F}"/>
              </a:ext>
            </a:extLst>
          </p:cNvPr>
          <p:cNvSpPr/>
          <p:nvPr/>
        </p:nvSpPr>
        <p:spPr>
          <a:xfrm>
            <a:off x="3280681" y="653647"/>
            <a:ext cx="2124000" cy="432000"/>
          </a:xfrm>
          <a:prstGeom prst="rect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Recruter Troupes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3F7B44-332F-9932-97FD-FE04556AA65F}"/>
              </a:ext>
            </a:extLst>
          </p:cNvPr>
          <p:cNvSpPr/>
          <p:nvPr/>
        </p:nvSpPr>
        <p:spPr>
          <a:xfrm>
            <a:off x="3280681" y="2527234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81DB6A2-8640-87F3-FBC8-178D744AE747}"/>
              </a:ext>
            </a:extLst>
          </p:cNvPr>
          <p:cNvSpPr/>
          <p:nvPr/>
        </p:nvSpPr>
        <p:spPr>
          <a:xfrm>
            <a:off x="4198681" y="238303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ou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EBD2C37-1E8E-6227-6EC7-E6C2B914802A}"/>
              </a:ext>
            </a:extLst>
          </p:cNvPr>
          <p:cNvSpPr/>
          <p:nvPr/>
        </p:nvSpPr>
        <p:spPr>
          <a:xfrm>
            <a:off x="1654355" y="2388378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</a:t>
            </a:r>
          </a:p>
        </p:txBody>
      </p:sp>
      <p:sp>
        <p:nvSpPr>
          <p:cNvPr id="2" name="Cercle : creux 1">
            <a:extLst>
              <a:ext uri="{FF2B5EF4-FFF2-40B4-BE49-F238E27FC236}">
                <a16:creationId xmlns:a16="http://schemas.microsoft.com/office/drawing/2014/main" id="{32F3611C-0BE5-B0CA-6BC7-94F71BFF1EB0}"/>
              </a:ext>
            </a:extLst>
          </p:cNvPr>
          <p:cNvSpPr/>
          <p:nvPr/>
        </p:nvSpPr>
        <p:spPr>
          <a:xfrm>
            <a:off x="805855" y="2070758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6" name="Cercle : creux 5">
            <a:extLst>
              <a:ext uri="{FF2B5EF4-FFF2-40B4-BE49-F238E27FC236}">
                <a16:creationId xmlns:a16="http://schemas.microsoft.com/office/drawing/2014/main" id="{50F4B5C3-C213-1329-BCB8-92DF3A794F9D}"/>
              </a:ext>
            </a:extLst>
          </p:cNvPr>
          <p:cNvSpPr/>
          <p:nvPr/>
        </p:nvSpPr>
        <p:spPr>
          <a:xfrm>
            <a:off x="786364" y="3517870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46B036F-7ED0-4B9E-C4C1-A2583C7CA617}"/>
              </a:ext>
            </a:extLst>
          </p:cNvPr>
          <p:cNvSpPr txBox="1"/>
          <p:nvPr/>
        </p:nvSpPr>
        <p:spPr>
          <a:xfrm>
            <a:off x="1284463" y="1850810"/>
            <a:ext cx="61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T2 :</a:t>
            </a:r>
          </a:p>
        </p:txBody>
      </p:sp>
      <p:sp>
        <p:nvSpPr>
          <p:cNvPr id="35" name="Signe Plus 34">
            <a:extLst>
              <a:ext uri="{FF2B5EF4-FFF2-40B4-BE49-F238E27FC236}">
                <a16:creationId xmlns:a16="http://schemas.microsoft.com/office/drawing/2014/main" id="{67095E98-4A5D-7A4F-BBE2-62F57D55B673}"/>
              </a:ext>
            </a:extLst>
          </p:cNvPr>
          <p:cNvSpPr/>
          <p:nvPr/>
        </p:nvSpPr>
        <p:spPr>
          <a:xfrm>
            <a:off x="1907254" y="1939461"/>
            <a:ext cx="252000" cy="252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Hexagone 38">
            <a:extLst>
              <a:ext uri="{FF2B5EF4-FFF2-40B4-BE49-F238E27FC236}">
                <a16:creationId xmlns:a16="http://schemas.microsoft.com/office/drawing/2014/main" id="{6092D859-45B2-524E-0305-7A4C5126393E}"/>
              </a:ext>
            </a:extLst>
          </p:cNvPr>
          <p:cNvSpPr/>
          <p:nvPr/>
        </p:nvSpPr>
        <p:spPr>
          <a:xfrm rot="5400000">
            <a:off x="2227917" y="1323814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Hexagone 39">
            <a:extLst>
              <a:ext uri="{FF2B5EF4-FFF2-40B4-BE49-F238E27FC236}">
                <a16:creationId xmlns:a16="http://schemas.microsoft.com/office/drawing/2014/main" id="{1378C702-1378-4B26-C01C-31F93EB375E9}"/>
              </a:ext>
            </a:extLst>
          </p:cNvPr>
          <p:cNvSpPr/>
          <p:nvPr/>
        </p:nvSpPr>
        <p:spPr>
          <a:xfrm rot="5400000">
            <a:off x="1818642" y="1323814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Hexagone 40">
            <a:extLst>
              <a:ext uri="{FF2B5EF4-FFF2-40B4-BE49-F238E27FC236}">
                <a16:creationId xmlns:a16="http://schemas.microsoft.com/office/drawing/2014/main" id="{9E4AC504-7E1B-A437-B335-4189464A4081}"/>
              </a:ext>
            </a:extLst>
          </p:cNvPr>
          <p:cNvSpPr/>
          <p:nvPr/>
        </p:nvSpPr>
        <p:spPr>
          <a:xfrm rot="5400000">
            <a:off x="1409367" y="1333747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Hexagone 42">
            <a:extLst>
              <a:ext uri="{FF2B5EF4-FFF2-40B4-BE49-F238E27FC236}">
                <a16:creationId xmlns:a16="http://schemas.microsoft.com/office/drawing/2014/main" id="{30B58551-4A98-1B4A-3631-5D8257D190EF}"/>
              </a:ext>
            </a:extLst>
          </p:cNvPr>
          <p:cNvSpPr/>
          <p:nvPr/>
        </p:nvSpPr>
        <p:spPr>
          <a:xfrm rot="5400000">
            <a:off x="995864" y="1333747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Hexagone 93">
            <a:extLst>
              <a:ext uri="{FF2B5EF4-FFF2-40B4-BE49-F238E27FC236}">
                <a16:creationId xmlns:a16="http://schemas.microsoft.com/office/drawing/2014/main" id="{6F9A47A8-B06A-E87A-1C67-7A3C41DB9B5A}"/>
              </a:ext>
            </a:extLst>
          </p:cNvPr>
          <p:cNvSpPr/>
          <p:nvPr/>
        </p:nvSpPr>
        <p:spPr>
          <a:xfrm rot="5400000">
            <a:off x="1867917" y="3072599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Hexagone 94">
            <a:extLst>
              <a:ext uri="{FF2B5EF4-FFF2-40B4-BE49-F238E27FC236}">
                <a16:creationId xmlns:a16="http://schemas.microsoft.com/office/drawing/2014/main" id="{7A3D117C-5FBF-AD3B-4700-AE1E38B0BCBE}"/>
              </a:ext>
            </a:extLst>
          </p:cNvPr>
          <p:cNvSpPr/>
          <p:nvPr/>
        </p:nvSpPr>
        <p:spPr>
          <a:xfrm rot="5400000">
            <a:off x="1454414" y="3072599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Hexagone 97">
            <a:extLst>
              <a:ext uri="{FF2B5EF4-FFF2-40B4-BE49-F238E27FC236}">
                <a16:creationId xmlns:a16="http://schemas.microsoft.com/office/drawing/2014/main" id="{D6AD6DCE-7994-97A0-49CA-66875C39751B}"/>
              </a:ext>
            </a:extLst>
          </p:cNvPr>
          <p:cNvSpPr/>
          <p:nvPr/>
        </p:nvSpPr>
        <p:spPr>
          <a:xfrm rot="5400000">
            <a:off x="2227917" y="1879774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Cercle : creux 99">
            <a:extLst>
              <a:ext uri="{FF2B5EF4-FFF2-40B4-BE49-F238E27FC236}">
                <a16:creationId xmlns:a16="http://schemas.microsoft.com/office/drawing/2014/main" id="{A761FD90-092C-70D9-C1A0-D7033D90FDFD}"/>
              </a:ext>
            </a:extLst>
          </p:cNvPr>
          <p:cNvSpPr/>
          <p:nvPr/>
        </p:nvSpPr>
        <p:spPr>
          <a:xfrm>
            <a:off x="3352681" y="3534343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101" name="Cercle : creux 100">
            <a:extLst>
              <a:ext uri="{FF2B5EF4-FFF2-40B4-BE49-F238E27FC236}">
                <a16:creationId xmlns:a16="http://schemas.microsoft.com/office/drawing/2014/main" id="{F93792CA-C3FF-5FF4-E514-DCD436562675}"/>
              </a:ext>
            </a:extLst>
          </p:cNvPr>
          <p:cNvSpPr/>
          <p:nvPr/>
        </p:nvSpPr>
        <p:spPr>
          <a:xfrm>
            <a:off x="3352681" y="2081991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2A1C59AF-E803-9426-CA81-E3310FEBC1C5}"/>
              </a:ext>
            </a:extLst>
          </p:cNvPr>
          <p:cNvSpPr txBox="1"/>
          <p:nvPr/>
        </p:nvSpPr>
        <p:spPr>
          <a:xfrm>
            <a:off x="4074836" y="1904888"/>
            <a:ext cx="64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T1 :</a:t>
            </a:r>
          </a:p>
        </p:txBody>
      </p:sp>
      <p:sp>
        <p:nvSpPr>
          <p:cNvPr id="103" name="Signe Plus 102">
            <a:extLst>
              <a:ext uri="{FF2B5EF4-FFF2-40B4-BE49-F238E27FC236}">
                <a16:creationId xmlns:a16="http://schemas.microsoft.com/office/drawing/2014/main" id="{421E24C8-2097-D928-0D54-1588E2594638}"/>
              </a:ext>
            </a:extLst>
          </p:cNvPr>
          <p:cNvSpPr/>
          <p:nvPr/>
        </p:nvSpPr>
        <p:spPr>
          <a:xfrm>
            <a:off x="4594730" y="1982446"/>
            <a:ext cx="252000" cy="252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Hexagone 104">
            <a:extLst>
              <a:ext uri="{FF2B5EF4-FFF2-40B4-BE49-F238E27FC236}">
                <a16:creationId xmlns:a16="http://schemas.microsoft.com/office/drawing/2014/main" id="{B86436C6-5016-FA60-74AA-1C40AAC592E3}"/>
              </a:ext>
            </a:extLst>
          </p:cNvPr>
          <p:cNvSpPr/>
          <p:nvPr/>
        </p:nvSpPr>
        <p:spPr>
          <a:xfrm rot="5400000">
            <a:off x="4843518" y="1306051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5AAD0CB0-F2CB-D4F7-A580-8B346897E45D}"/>
              </a:ext>
            </a:extLst>
          </p:cNvPr>
          <p:cNvSpPr/>
          <p:nvPr/>
        </p:nvSpPr>
        <p:spPr>
          <a:xfrm>
            <a:off x="3424681" y="1306051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F8C50C6C-4EFB-D2D7-E1B5-C88AAB666915}"/>
              </a:ext>
            </a:extLst>
          </p:cNvPr>
          <p:cNvSpPr/>
          <p:nvPr/>
        </p:nvSpPr>
        <p:spPr>
          <a:xfrm>
            <a:off x="3791007" y="1306051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C7E1F008-BDCB-ED75-F014-C475A2B1A6DB}"/>
              </a:ext>
            </a:extLst>
          </p:cNvPr>
          <p:cNvSpPr/>
          <p:nvPr/>
        </p:nvSpPr>
        <p:spPr>
          <a:xfrm>
            <a:off x="4153827" y="1306051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63C1BC1F-076D-CB7F-27EC-FF28A439595B}"/>
              </a:ext>
            </a:extLst>
          </p:cNvPr>
          <p:cNvSpPr/>
          <p:nvPr/>
        </p:nvSpPr>
        <p:spPr>
          <a:xfrm>
            <a:off x="4867844" y="1928446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D3627656-6536-2289-281D-7BE59492843C}"/>
              </a:ext>
            </a:extLst>
          </p:cNvPr>
          <p:cNvCxnSpPr>
            <a:cxnSpLocks/>
          </p:cNvCxnSpPr>
          <p:nvPr/>
        </p:nvCxnSpPr>
        <p:spPr>
          <a:xfrm>
            <a:off x="4556088" y="1486051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Hexagone 117">
            <a:extLst>
              <a:ext uri="{FF2B5EF4-FFF2-40B4-BE49-F238E27FC236}">
                <a16:creationId xmlns:a16="http://schemas.microsoft.com/office/drawing/2014/main" id="{4EF936E8-D9BD-8706-2637-7A8FDF0D24F7}"/>
              </a:ext>
            </a:extLst>
          </p:cNvPr>
          <p:cNvSpPr/>
          <p:nvPr/>
        </p:nvSpPr>
        <p:spPr>
          <a:xfrm rot="5400000">
            <a:off x="4843518" y="3090814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290B5C94-C840-417B-1941-231565DA9D24}"/>
              </a:ext>
            </a:extLst>
          </p:cNvPr>
          <p:cNvSpPr/>
          <p:nvPr/>
        </p:nvSpPr>
        <p:spPr>
          <a:xfrm>
            <a:off x="4153827" y="3090814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7400130B-8B23-A2BE-877D-C3A92B8A01B4}"/>
              </a:ext>
            </a:extLst>
          </p:cNvPr>
          <p:cNvCxnSpPr>
            <a:cxnSpLocks/>
          </p:cNvCxnSpPr>
          <p:nvPr/>
        </p:nvCxnSpPr>
        <p:spPr>
          <a:xfrm>
            <a:off x="4556088" y="3270814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F40CDB5E-212B-0CB3-D512-D05FA9764758}"/>
              </a:ext>
            </a:extLst>
          </p:cNvPr>
          <p:cNvCxnSpPr>
            <a:cxnSpLocks/>
          </p:cNvCxnSpPr>
          <p:nvPr/>
        </p:nvCxnSpPr>
        <p:spPr>
          <a:xfrm>
            <a:off x="1654355" y="3259849"/>
            <a:ext cx="50489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D463D5AE-D2E6-2B6C-9395-0A73D93D7C42}"/>
              </a:ext>
            </a:extLst>
          </p:cNvPr>
          <p:cNvCxnSpPr>
            <a:cxnSpLocks/>
          </p:cNvCxnSpPr>
          <p:nvPr/>
        </p:nvCxnSpPr>
        <p:spPr>
          <a:xfrm>
            <a:off x="1213764" y="1507788"/>
            <a:ext cx="12693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A9667E1-CD75-9B7B-FEA0-EBCB54898CF6}"/>
              </a:ext>
            </a:extLst>
          </p:cNvPr>
          <p:cNvSpPr/>
          <p:nvPr/>
        </p:nvSpPr>
        <p:spPr>
          <a:xfrm>
            <a:off x="5861635" y="652846"/>
            <a:ext cx="2124000" cy="3312000"/>
          </a:xfrm>
          <a:prstGeom prst="rect">
            <a:avLst/>
          </a:prstGeom>
          <a:blipFill dpi="0" rotWithShape="1">
            <a:blip r:embed="rId9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C7D3E7-877A-2BB7-1E75-7FAA01E4DA10}"/>
              </a:ext>
            </a:extLst>
          </p:cNvPr>
          <p:cNvSpPr/>
          <p:nvPr/>
        </p:nvSpPr>
        <p:spPr>
          <a:xfrm>
            <a:off x="5861635" y="660030"/>
            <a:ext cx="2124000" cy="432000"/>
          </a:xfrm>
          <a:prstGeom prst="rect">
            <a:avLst/>
          </a:prstGeom>
          <a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Déplacer Officier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8C4CC71-E87B-AA35-9C95-0778C8D39076}"/>
              </a:ext>
            </a:extLst>
          </p:cNvPr>
          <p:cNvSpPr/>
          <p:nvPr/>
        </p:nvSpPr>
        <p:spPr>
          <a:xfrm>
            <a:off x="5861635" y="2533074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3E1BFE9-7259-4360-526F-C34342105A5E}"/>
              </a:ext>
            </a:extLst>
          </p:cNvPr>
          <p:cNvSpPr/>
          <p:nvPr/>
        </p:nvSpPr>
        <p:spPr>
          <a:xfrm>
            <a:off x="8384821" y="649541"/>
            <a:ext cx="2124000" cy="3312000"/>
          </a:xfrm>
          <a:prstGeom prst="rect">
            <a:avLst/>
          </a:prstGeom>
          <a:blipFill dpi="0" rotWithShape="1">
            <a:blip r:embed="rId12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4FE7814-E25F-C5EB-F56A-41AF1B00DCE1}"/>
              </a:ext>
            </a:extLst>
          </p:cNvPr>
          <p:cNvSpPr/>
          <p:nvPr/>
        </p:nvSpPr>
        <p:spPr>
          <a:xfrm>
            <a:off x="8391147" y="660030"/>
            <a:ext cx="2124000" cy="432000"/>
          </a:xfrm>
          <a:prstGeom prst="rect">
            <a:avLst/>
          </a:prstGeom>
          <a:blipFill dpi="0" rotWithShape="1">
            <a:blip r:embed="rId13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Recruter Troupes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A38A5F0-2570-40BC-F1A3-FCDFE388B3B2}"/>
              </a:ext>
            </a:extLst>
          </p:cNvPr>
          <p:cNvSpPr/>
          <p:nvPr/>
        </p:nvSpPr>
        <p:spPr>
          <a:xfrm>
            <a:off x="8391147" y="2516049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4" name="Ellipse 133">
            <a:extLst>
              <a:ext uri="{FF2B5EF4-FFF2-40B4-BE49-F238E27FC236}">
                <a16:creationId xmlns:a16="http://schemas.microsoft.com/office/drawing/2014/main" id="{3BB1A62F-C095-5E97-483D-104EDADAAB05}"/>
              </a:ext>
            </a:extLst>
          </p:cNvPr>
          <p:cNvSpPr/>
          <p:nvPr/>
        </p:nvSpPr>
        <p:spPr>
          <a:xfrm>
            <a:off x="9309147" y="2371854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ou</a:t>
            </a:r>
          </a:p>
        </p:txBody>
      </p:sp>
      <p:sp>
        <p:nvSpPr>
          <p:cNvPr id="135" name="Ellipse 134">
            <a:extLst>
              <a:ext uri="{FF2B5EF4-FFF2-40B4-BE49-F238E27FC236}">
                <a16:creationId xmlns:a16="http://schemas.microsoft.com/office/drawing/2014/main" id="{CE0AA04C-82A6-0BE3-68B3-3F6CF9136CA8}"/>
              </a:ext>
            </a:extLst>
          </p:cNvPr>
          <p:cNvSpPr/>
          <p:nvPr/>
        </p:nvSpPr>
        <p:spPr>
          <a:xfrm>
            <a:off x="6779635" y="2388726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</a:t>
            </a:r>
          </a:p>
        </p:txBody>
      </p:sp>
      <p:sp>
        <p:nvSpPr>
          <p:cNvPr id="136" name="Cercle : creux 135">
            <a:extLst>
              <a:ext uri="{FF2B5EF4-FFF2-40B4-BE49-F238E27FC236}">
                <a16:creationId xmlns:a16="http://schemas.microsoft.com/office/drawing/2014/main" id="{7FDDD8BF-8464-8166-4689-3A4E7EBDDAD5}"/>
              </a:ext>
            </a:extLst>
          </p:cNvPr>
          <p:cNvSpPr/>
          <p:nvPr/>
        </p:nvSpPr>
        <p:spPr>
          <a:xfrm>
            <a:off x="5931135" y="2071106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37" name="Cercle : creux 136">
            <a:extLst>
              <a:ext uri="{FF2B5EF4-FFF2-40B4-BE49-F238E27FC236}">
                <a16:creationId xmlns:a16="http://schemas.microsoft.com/office/drawing/2014/main" id="{87310BE5-5D79-D61F-4D82-606CA00E8C12}"/>
              </a:ext>
            </a:extLst>
          </p:cNvPr>
          <p:cNvSpPr/>
          <p:nvPr/>
        </p:nvSpPr>
        <p:spPr>
          <a:xfrm>
            <a:off x="5911644" y="3518218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B69C817-4667-85E8-D6AC-8978626619EF}"/>
              </a:ext>
            </a:extLst>
          </p:cNvPr>
          <p:cNvSpPr txBox="1"/>
          <p:nvPr/>
        </p:nvSpPr>
        <p:spPr>
          <a:xfrm>
            <a:off x="6393235" y="1869740"/>
            <a:ext cx="61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T2 :</a:t>
            </a:r>
          </a:p>
        </p:txBody>
      </p:sp>
      <p:sp>
        <p:nvSpPr>
          <p:cNvPr id="139" name="Signe Plus 138">
            <a:extLst>
              <a:ext uri="{FF2B5EF4-FFF2-40B4-BE49-F238E27FC236}">
                <a16:creationId xmlns:a16="http://schemas.microsoft.com/office/drawing/2014/main" id="{E2020FBE-8F8D-3CE9-D524-297164D0C4A5}"/>
              </a:ext>
            </a:extLst>
          </p:cNvPr>
          <p:cNvSpPr/>
          <p:nvPr/>
        </p:nvSpPr>
        <p:spPr>
          <a:xfrm>
            <a:off x="6917427" y="1945307"/>
            <a:ext cx="252000" cy="252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Hexagone 139">
            <a:extLst>
              <a:ext uri="{FF2B5EF4-FFF2-40B4-BE49-F238E27FC236}">
                <a16:creationId xmlns:a16="http://schemas.microsoft.com/office/drawing/2014/main" id="{275A0A27-3867-49C9-2A20-E8DF620D469B}"/>
              </a:ext>
            </a:extLst>
          </p:cNvPr>
          <p:cNvSpPr/>
          <p:nvPr/>
        </p:nvSpPr>
        <p:spPr>
          <a:xfrm rot="5400000">
            <a:off x="7353197" y="1324162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Hexagone 140">
            <a:extLst>
              <a:ext uri="{FF2B5EF4-FFF2-40B4-BE49-F238E27FC236}">
                <a16:creationId xmlns:a16="http://schemas.microsoft.com/office/drawing/2014/main" id="{1746E72F-3CEE-3EF0-285B-255EEEF19A41}"/>
              </a:ext>
            </a:extLst>
          </p:cNvPr>
          <p:cNvSpPr/>
          <p:nvPr/>
        </p:nvSpPr>
        <p:spPr>
          <a:xfrm rot="5400000">
            <a:off x="6943922" y="1324162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Hexagone 141">
            <a:extLst>
              <a:ext uri="{FF2B5EF4-FFF2-40B4-BE49-F238E27FC236}">
                <a16:creationId xmlns:a16="http://schemas.microsoft.com/office/drawing/2014/main" id="{A23877BE-BE5C-52ED-6C8F-929BD4634E9B}"/>
              </a:ext>
            </a:extLst>
          </p:cNvPr>
          <p:cNvSpPr/>
          <p:nvPr/>
        </p:nvSpPr>
        <p:spPr>
          <a:xfrm rot="5400000">
            <a:off x="6534647" y="1334095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Hexagone 142">
            <a:extLst>
              <a:ext uri="{FF2B5EF4-FFF2-40B4-BE49-F238E27FC236}">
                <a16:creationId xmlns:a16="http://schemas.microsoft.com/office/drawing/2014/main" id="{952AD64E-2429-B286-3B23-929AA5B965D4}"/>
              </a:ext>
            </a:extLst>
          </p:cNvPr>
          <p:cNvSpPr/>
          <p:nvPr/>
        </p:nvSpPr>
        <p:spPr>
          <a:xfrm rot="5400000">
            <a:off x="6121144" y="1334095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Hexagone 143">
            <a:extLst>
              <a:ext uri="{FF2B5EF4-FFF2-40B4-BE49-F238E27FC236}">
                <a16:creationId xmlns:a16="http://schemas.microsoft.com/office/drawing/2014/main" id="{BF725BFA-051A-9277-8BE5-8799DEBDD8E0}"/>
              </a:ext>
            </a:extLst>
          </p:cNvPr>
          <p:cNvSpPr/>
          <p:nvPr/>
        </p:nvSpPr>
        <p:spPr>
          <a:xfrm rot="5400000">
            <a:off x="6993197" y="3072947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Hexagone 144">
            <a:extLst>
              <a:ext uri="{FF2B5EF4-FFF2-40B4-BE49-F238E27FC236}">
                <a16:creationId xmlns:a16="http://schemas.microsoft.com/office/drawing/2014/main" id="{FBCA7174-65C4-C9FA-65C8-66ADE26E3E95}"/>
              </a:ext>
            </a:extLst>
          </p:cNvPr>
          <p:cNvSpPr/>
          <p:nvPr/>
        </p:nvSpPr>
        <p:spPr>
          <a:xfrm rot="5400000">
            <a:off x="6579694" y="3072947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Hexagone 145">
            <a:extLst>
              <a:ext uri="{FF2B5EF4-FFF2-40B4-BE49-F238E27FC236}">
                <a16:creationId xmlns:a16="http://schemas.microsoft.com/office/drawing/2014/main" id="{1C1990B2-A6A7-E57F-D6B6-14A24A327674}"/>
              </a:ext>
            </a:extLst>
          </p:cNvPr>
          <p:cNvSpPr/>
          <p:nvPr/>
        </p:nvSpPr>
        <p:spPr>
          <a:xfrm rot="5400000">
            <a:off x="7214427" y="1892827"/>
            <a:ext cx="396000" cy="360000"/>
          </a:xfrm>
          <a:prstGeom prst="hexagon">
            <a:avLst/>
          </a:prstGeom>
          <a:blipFill>
            <a:blip r:embed="rId5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7" name="Cercle : creux 146">
            <a:extLst>
              <a:ext uri="{FF2B5EF4-FFF2-40B4-BE49-F238E27FC236}">
                <a16:creationId xmlns:a16="http://schemas.microsoft.com/office/drawing/2014/main" id="{72B0B8DB-A2CD-9FD7-F49C-61F196719A88}"/>
              </a:ext>
            </a:extLst>
          </p:cNvPr>
          <p:cNvSpPr/>
          <p:nvPr/>
        </p:nvSpPr>
        <p:spPr>
          <a:xfrm>
            <a:off x="8463147" y="3523158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148" name="Cercle : creux 147">
            <a:extLst>
              <a:ext uri="{FF2B5EF4-FFF2-40B4-BE49-F238E27FC236}">
                <a16:creationId xmlns:a16="http://schemas.microsoft.com/office/drawing/2014/main" id="{70F5F2B4-4A8B-AF97-A9CD-345954EC3B50}"/>
              </a:ext>
            </a:extLst>
          </p:cNvPr>
          <p:cNvSpPr/>
          <p:nvPr/>
        </p:nvSpPr>
        <p:spPr>
          <a:xfrm>
            <a:off x="8463147" y="2070806"/>
            <a:ext cx="360000" cy="360000"/>
          </a:xfrm>
          <a:prstGeom prst="donut">
            <a:avLst>
              <a:gd name="adj" fmla="val 15271"/>
            </a:avLst>
          </a:prstGeom>
          <a:blipFill>
            <a:blip r:embed="rId8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8C359FD1-85F3-3D38-11EC-DE0169FB354E}"/>
              </a:ext>
            </a:extLst>
          </p:cNvPr>
          <p:cNvSpPr txBox="1"/>
          <p:nvPr/>
        </p:nvSpPr>
        <p:spPr>
          <a:xfrm>
            <a:off x="8912330" y="1858626"/>
            <a:ext cx="64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T1 :</a:t>
            </a:r>
          </a:p>
        </p:txBody>
      </p:sp>
      <p:sp>
        <p:nvSpPr>
          <p:cNvPr id="150" name="Signe Plus 149">
            <a:extLst>
              <a:ext uri="{FF2B5EF4-FFF2-40B4-BE49-F238E27FC236}">
                <a16:creationId xmlns:a16="http://schemas.microsoft.com/office/drawing/2014/main" id="{7481C196-DCFD-25FB-9855-40F5D8C30F2E}"/>
              </a:ext>
            </a:extLst>
          </p:cNvPr>
          <p:cNvSpPr/>
          <p:nvPr/>
        </p:nvSpPr>
        <p:spPr>
          <a:xfrm>
            <a:off x="9432224" y="1936184"/>
            <a:ext cx="252000" cy="252000"/>
          </a:xfrm>
          <a:prstGeom prst="mathPl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Hexagone 150">
            <a:extLst>
              <a:ext uri="{FF2B5EF4-FFF2-40B4-BE49-F238E27FC236}">
                <a16:creationId xmlns:a16="http://schemas.microsoft.com/office/drawing/2014/main" id="{6CE09C9F-3B20-7D87-DF77-0FC1DC65F2AC}"/>
              </a:ext>
            </a:extLst>
          </p:cNvPr>
          <p:cNvSpPr/>
          <p:nvPr/>
        </p:nvSpPr>
        <p:spPr>
          <a:xfrm rot="5400000">
            <a:off x="9953984" y="1294866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E00BA9F5-ABD1-E30B-A0CF-3BD3BB546AF3}"/>
              </a:ext>
            </a:extLst>
          </p:cNvPr>
          <p:cNvSpPr/>
          <p:nvPr/>
        </p:nvSpPr>
        <p:spPr>
          <a:xfrm>
            <a:off x="8535147" y="1294866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Ellipse 152">
            <a:extLst>
              <a:ext uri="{FF2B5EF4-FFF2-40B4-BE49-F238E27FC236}">
                <a16:creationId xmlns:a16="http://schemas.microsoft.com/office/drawing/2014/main" id="{E15B3930-D4F4-849F-80B9-664B3B64538B}"/>
              </a:ext>
            </a:extLst>
          </p:cNvPr>
          <p:cNvSpPr/>
          <p:nvPr/>
        </p:nvSpPr>
        <p:spPr>
          <a:xfrm>
            <a:off x="8901473" y="1294866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103A5920-E7DF-8325-B96A-42DAFAF3B398}"/>
              </a:ext>
            </a:extLst>
          </p:cNvPr>
          <p:cNvSpPr/>
          <p:nvPr/>
        </p:nvSpPr>
        <p:spPr>
          <a:xfrm>
            <a:off x="9264293" y="1294866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C03AF27C-A951-D8DB-7DE0-38D862B6451A}"/>
              </a:ext>
            </a:extLst>
          </p:cNvPr>
          <p:cNvSpPr/>
          <p:nvPr/>
        </p:nvSpPr>
        <p:spPr>
          <a:xfrm>
            <a:off x="9725733" y="1882184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6" name="Connecteur droit avec flèche 155">
            <a:extLst>
              <a:ext uri="{FF2B5EF4-FFF2-40B4-BE49-F238E27FC236}">
                <a16:creationId xmlns:a16="http://schemas.microsoft.com/office/drawing/2014/main" id="{4351F397-DD17-5FBB-18FF-BDD56252F8AA}"/>
              </a:ext>
            </a:extLst>
          </p:cNvPr>
          <p:cNvCxnSpPr>
            <a:cxnSpLocks/>
          </p:cNvCxnSpPr>
          <p:nvPr/>
        </p:nvCxnSpPr>
        <p:spPr>
          <a:xfrm>
            <a:off x="9666554" y="1474866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7" name="Hexagone 156">
            <a:extLst>
              <a:ext uri="{FF2B5EF4-FFF2-40B4-BE49-F238E27FC236}">
                <a16:creationId xmlns:a16="http://schemas.microsoft.com/office/drawing/2014/main" id="{E546325D-8EF5-FBDC-0F9B-A4ED63A488D1}"/>
              </a:ext>
            </a:extLst>
          </p:cNvPr>
          <p:cNvSpPr/>
          <p:nvPr/>
        </p:nvSpPr>
        <p:spPr>
          <a:xfrm rot="5400000">
            <a:off x="9579957" y="3019847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Ellipse 157">
            <a:extLst>
              <a:ext uri="{FF2B5EF4-FFF2-40B4-BE49-F238E27FC236}">
                <a16:creationId xmlns:a16="http://schemas.microsoft.com/office/drawing/2014/main" id="{B844D743-4A96-EF5A-FBE0-B2DD2F588350}"/>
              </a:ext>
            </a:extLst>
          </p:cNvPr>
          <p:cNvSpPr/>
          <p:nvPr/>
        </p:nvSpPr>
        <p:spPr>
          <a:xfrm>
            <a:off x="8890266" y="3019847"/>
            <a:ext cx="360000" cy="360000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9" name="Connecteur droit avec flèche 158">
            <a:extLst>
              <a:ext uri="{FF2B5EF4-FFF2-40B4-BE49-F238E27FC236}">
                <a16:creationId xmlns:a16="http://schemas.microsoft.com/office/drawing/2014/main" id="{DCA97935-71C9-B623-00FC-C204F63AE411}"/>
              </a:ext>
            </a:extLst>
          </p:cNvPr>
          <p:cNvCxnSpPr>
            <a:cxnSpLocks/>
          </p:cNvCxnSpPr>
          <p:nvPr/>
        </p:nvCxnSpPr>
        <p:spPr>
          <a:xfrm>
            <a:off x="9292527" y="3199847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Connecteur droit avec flèche 159">
            <a:extLst>
              <a:ext uri="{FF2B5EF4-FFF2-40B4-BE49-F238E27FC236}">
                <a16:creationId xmlns:a16="http://schemas.microsoft.com/office/drawing/2014/main" id="{B148E7FF-440F-6D00-8415-BF4B6735D342}"/>
              </a:ext>
            </a:extLst>
          </p:cNvPr>
          <p:cNvCxnSpPr>
            <a:cxnSpLocks/>
          </p:cNvCxnSpPr>
          <p:nvPr/>
        </p:nvCxnSpPr>
        <p:spPr>
          <a:xfrm>
            <a:off x="6779635" y="3260197"/>
            <a:ext cx="50489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BCEAC794-EB45-049D-5AC4-B3222746DD2A}"/>
              </a:ext>
            </a:extLst>
          </p:cNvPr>
          <p:cNvCxnSpPr>
            <a:cxnSpLocks/>
          </p:cNvCxnSpPr>
          <p:nvPr/>
        </p:nvCxnSpPr>
        <p:spPr>
          <a:xfrm>
            <a:off x="6339044" y="1508136"/>
            <a:ext cx="12693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Parchemin : vertical 2">
            <a:extLst>
              <a:ext uri="{FF2B5EF4-FFF2-40B4-BE49-F238E27FC236}">
                <a16:creationId xmlns:a16="http://schemas.microsoft.com/office/drawing/2014/main" id="{5A5CC3F2-EBD5-F9D4-8030-17D3EB870AE3}"/>
              </a:ext>
            </a:extLst>
          </p:cNvPr>
          <p:cNvSpPr/>
          <p:nvPr/>
        </p:nvSpPr>
        <p:spPr>
          <a:xfrm>
            <a:off x="4932647" y="4587274"/>
            <a:ext cx="1620000" cy="493269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Version 2</a:t>
            </a:r>
          </a:p>
        </p:txBody>
      </p:sp>
    </p:spTree>
    <p:extLst>
      <p:ext uri="{BB962C8B-B14F-4D97-AF65-F5344CB8AC3E}">
        <p14:creationId xmlns:p14="http://schemas.microsoft.com/office/powerpoint/2010/main" val="76441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51DA-2CF9-6F84-E8A8-B8B2AF23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>
            <a:extLst>
              <a:ext uri="{FF2B5EF4-FFF2-40B4-BE49-F238E27FC236}">
                <a16:creationId xmlns:a16="http://schemas.microsoft.com/office/drawing/2014/main" id="{DA8EDFD7-C3C6-3559-9B07-516FB044DE66}"/>
              </a:ext>
            </a:extLst>
          </p:cNvPr>
          <p:cNvSpPr/>
          <p:nvPr/>
        </p:nvSpPr>
        <p:spPr>
          <a:xfrm>
            <a:off x="522719" y="584020"/>
            <a:ext cx="2124000" cy="3312000"/>
          </a:xfrm>
          <a:prstGeom prst="rect">
            <a:avLst/>
          </a:prstGeom>
          <a:blipFill dpi="0" rotWithShape="1">
            <a:blip r:embed="rId2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05646DB-856B-94E3-8EF0-0207E8CE2A15}"/>
              </a:ext>
            </a:extLst>
          </p:cNvPr>
          <p:cNvSpPr/>
          <p:nvPr/>
        </p:nvSpPr>
        <p:spPr>
          <a:xfrm>
            <a:off x="522719" y="591204"/>
            <a:ext cx="2124000" cy="432000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Déplacer Officier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C292EE2-4C1F-F5B0-E52C-6CE793BFE531}"/>
              </a:ext>
            </a:extLst>
          </p:cNvPr>
          <p:cNvSpPr/>
          <p:nvPr/>
        </p:nvSpPr>
        <p:spPr>
          <a:xfrm>
            <a:off x="522719" y="2464248"/>
            <a:ext cx="2124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6" name="Cercle : creux 135">
            <a:extLst>
              <a:ext uri="{FF2B5EF4-FFF2-40B4-BE49-F238E27FC236}">
                <a16:creationId xmlns:a16="http://schemas.microsoft.com/office/drawing/2014/main" id="{A7FB0B65-9DDA-CEF6-D6DC-925E892791DA}"/>
              </a:ext>
            </a:extLst>
          </p:cNvPr>
          <p:cNvSpPr/>
          <p:nvPr/>
        </p:nvSpPr>
        <p:spPr>
          <a:xfrm>
            <a:off x="592219" y="2002280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37" name="Cercle : creux 136">
            <a:extLst>
              <a:ext uri="{FF2B5EF4-FFF2-40B4-BE49-F238E27FC236}">
                <a16:creationId xmlns:a16="http://schemas.microsoft.com/office/drawing/2014/main" id="{F5939D61-4963-DAB7-1C92-D5350EA3E64B}"/>
              </a:ext>
            </a:extLst>
          </p:cNvPr>
          <p:cNvSpPr/>
          <p:nvPr/>
        </p:nvSpPr>
        <p:spPr>
          <a:xfrm>
            <a:off x="572728" y="3449392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C3FE3F2C-0CA9-0A14-6FB8-B9C77D3AFBD9}"/>
              </a:ext>
            </a:extLst>
          </p:cNvPr>
          <p:cNvSpPr txBox="1"/>
          <p:nvPr/>
        </p:nvSpPr>
        <p:spPr>
          <a:xfrm>
            <a:off x="1054319" y="1800914"/>
            <a:ext cx="616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T2 :</a:t>
            </a:r>
          </a:p>
        </p:txBody>
      </p:sp>
      <p:sp>
        <p:nvSpPr>
          <p:cNvPr id="139" name="Signe Plus 138">
            <a:extLst>
              <a:ext uri="{FF2B5EF4-FFF2-40B4-BE49-F238E27FC236}">
                <a16:creationId xmlns:a16="http://schemas.microsoft.com/office/drawing/2014/main" id="{C5002DA2-53A2-28CC-C677-9FBB13251D99}"/>
              </a:ext>
            </a:extLst>
          </p:cNvPr>
          <p:cNvSpPr/>
          <p:nvPr/>
        </p:nvSpPr>
        <p:spPr>
          <a:xfrm>
            <a:off x="1578511" y="1876481"/>
            <a:ext cx="252000" cy="252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Hexagone 139">
            <a:extLst>
              <a:ext uri="{FF2B5EF4-FFF2-40B4-BE49-F238E27FC236}">
                <a16:creationId xmlns:a16="http://schemas.microsoft.com/office/drawing/2014/main" id="{C0851558-4724-CDB7-9DD8-95177627339A}"/>
              </a:ext>
            </a:extLst>
          </p:cNvPr>
          <p:cNvSpPr/>
          <p:nvPr/>
        </p:nvSpPr>
        <p:spPr>
          <a:xfrm rot="5400000">
            <a:off x="2014281" y="1255336"/>
            <a:ext cx="396000" cy="360000"/>
          </a:xfrm>
          <a:prstGeom prst="hexagon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Hexagone 140">
            <a:extLst>
              <a:ext uri="{FF2B5EF4-FFF2-40B4-BE49-F238E27FC236}">
                <a16:creationId xmlns:a16="http://schemas.microsoft.com/office/drawing/2014/main" id="{456C54FE-8B42-821D-4EDB-2A14B43B6D08}"/>
              </a:ext>
            </a:extLst>
          </p:cNvPr>
          <p:cNvSpPr/>
          <p:nvPr/>
        </p:nvSpPr>
        <p:spPr>
          <a:xfrm rot="5400000">
            <a:off x="1605006" y="1255336"/>
            <a:ext cx="396000" cy="360000"/>
          </a:xfrm>
          <a:prstGeom prst="hexagon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Hexagone 141">
            <a:extLst>
              <a:ext uri="{FF2B5EF4-FFF2-40B4-BE49-F238E27FC236}">
                <a16:creationId xmlns:a16="http://schemas.microsoft.com/office/drawing/2014/main" id="{D3DF9092-7B5A-EF01-D361-7DDB2BC7BEF7}"/>
              </a:ext>
            </a:extLst>
          </p:cNvPr>
          <p:cNvSpPr/>
          <p:nvPr/>
        </p:nvSpPr>
        <p:spPr>
          <a:xfrm rot="5400000">
            <a:off x="1195731" y="1265269"/>
            <a:ext cx="396000" cy="360000"/>
          </a:xfrm>
          <a:prstGeom prst="hexagon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Hexagone 142">
            <a:extLst>
              <a:ext uri="{FF2B5EF4-FFF2-40B4-BE49-F238E27FC236}">
                <a16:creationId xmlns:a16="http://schemas.microsoft.com/office/drawing/2014/main" id="{E3473AAD-EC4B-28AA-F587-D189633EA520}"/>
              </a:ext>
            </a:extLst>
          </p:cNvPr>
          <p:cNvSpPr/>
          <p:nvPr/>
        </p:nvSpPr>
        <p:spPr>
          <a:xfrm rot="5400000">
            <a:off x="782228" y="1265269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Hexagone 143">
            <a:extLst>
              <a:ext uri="{FF2B5EF4-FFF2-40B4-BE49-F238E27FC236}">
                <a16:creationId xmlns:a16="http://schemas.microsoft.com/office/drawing/2014/main" id="{C2AE4114-840D-799A-84E2-6B654449782E}"/>
              </a:ext>
            </a:extLst>
          </p:cNvPr>
          <p:cNvSpPr/>
          <p:nvPr/>
        </p:nvSpPr>
        <p:spPr>
          <a:xfrm rot="5400000">
            <a:off x="1654281" y="3004121"/>
            <a:ext cx="396000" cy="360000"/>
          </a:xfrm>
          <a:prstGeom prst="hexagon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Hexagone 144">
            <a:extLst>
              <a:ext uri="{FF2B5EF4-FFF2-40B4-BE49-F238E27FC236}">
                <a16:creationId xmlns:a16="http://schemas.microsoft.com/office/drawing/2014/main" id="{6E4F2A7F-5012-5C59-D430-791E63D237C8}"/>
              </a:ext>
            </a:extLst>
          </p:cNvPr>
          <p:cNvSpPr/>
          <p:nvPr/>
        </p:nvSpPr>
        <p:spPr>
          <a:xfrm rot="5400000">
            <a:off x="1240778" y="3004121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Hexagone 145">
            <a:extLst>
              <a:ext uri="{FF2B5EF4-FFF2-40B4-BE49-F238E27FC236}">
                <a16:creationId xmlns:a16="http://schemas.microsoft.com/office/drawing/2014/main" id="{BD45B9A5-1FF7-573D-B7D8-2BD56A807396}"/>
              </a:ext>
            </a:extLst>
          </p:cNvPr>
          <p:cNvSpPr/>
          <p:nvPr/>
        </p:nvSpPr>
        <p:spPr>
          <a:xfrm rot="5400000">
            <a:off x="1875511" y="1824001"/>
            <a:ext cx="396000" cy="360000"/>
          </a:xfrm>
          <a:prstGeom prst="hexagon">
            <a:avLst/>
          </a:prstGeom>
          <a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0" name="Connecteur droit avec flèche 159">
            <a:extLst>
              <a:ext uri="{FF2B5EF4-FFF2-40B4-BE49-F238E27FC236}">
                <a16:creationId xmlns:a16="http://schemas.microsoft.com/office/drawing/2014/main" id="{0EFC6482-0F03-4E79-1049-2F1250C610BD}"/>
              </a:ext>
            </a:extLst>
          </p:cNvPr>
          <p:cNvCxnSpPr>
            <a:cxnSpLocks/>
          </p:cNvCxnSpPr>
          <p:nvPr/>
        </p:nvCxnSpPr>
        <p:spPr>
          <a:xfrm>
            <a:off x="1440719" y="3191371"/>
            <a:ext cx="50489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E59602DC-4BF5-3310-B2BB-36949DC6D355}"/>
              </a:ext>
            </a:extLst>
          </p:cNvPr>
          <p:cNvCxnSpPr>
            <a:cxnSpLocks/>
          </p:cNvCxnSpPr>
          <p:nvPr/>
        </p:nvCxnSpPr>
        <p:spPr>
          <a:xfrm>
            <a:off x="1000128" y="1439310"/>
            <a:ext cx="12693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2C39D7A-CE6A-D236-1435-070621A3986A}"/>
              </a:ext>
            </a:extLst>
          </p:cNvPr>
          <p:cNvSpPr/>
          <p:nvPr/>
        </p:nvSpPr>
        <p:spPr>
          <a:xfrm>
            <a:off x="3382778" y="597966"/>
            <a:ext cx="2124000" cy="3312000"/>
          </a:xfrm>
          <a:prstGeom prst="rect">
            <a:avLst/>
          </a:prstGeom>
          <a:blipFill dpi="0" rotWithShape="1">
            <a:blip r:embed="rId2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CD6FD7-54FD-9CA2-A5AE-F72090FC1596}"/>
              </a:ext>
            </a:extLst>
          </p:cNvPr>
          <p:cNvSpPr/>
          <p:nvPr/>
        </p:nvSpPr>
        <p:spPr>
          <a:xfrm>
            <a:off x="3382778" y="596735"/>
            <a:ext cx="2124000" cy="432000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Recruter Chevalier</a:t>
            </a:r>
          </a:p>
        </p:txBody>
      </p:sp>
      <p:sp>
        <p:nvSpPr>
          <p:cNvPr id="15" name="Cercle : creux 14">
            <a:extLst>
              <a:ext uri="{FF2B5EF4-FFF2-40B4-BE49-F238E27FC236}">
                <a16:creationId xmlns:a16="http://schemas.microsoft.com/office/drawing/2014/main" id="{B1E0F012-EEFF-60DA-4573-481C16FC417E}"/>
              </a:ext>
            </a:extLst>
          </p:cNvPr>
          <p:cNvSpPr/>
          <p:nvPr/>
        </p:nvSpPr>
        <p:spPr>
          <a:xfrm>
            <a:off x="3458508" y="3446695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0B3E970-C339-A571-0578-6FAE44ACA4DB}"/>
              </a:ext>
            </a:extLst>
          </p:cNvPr>
          <p:cNvSpPr/>
          <p:nvPr/>
        </p:nvSpPr>
        <p:spPr>
          <a:xfrm>
            <a:off x="1429873" y="2333731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ou</a:t>
            </a:r>
          </a:p>
        </p:txBody>
      </p:sp>
      <p:pic>
        <p:nvPicPr>
          <p:cNvPr id="38" name="Image 37" descr="Une image contenant croquis, dessin, illustratio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586AB72C-3C83-A999-6C8A-4FE47E233F9D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ECF3C9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6" t="6149" r="27002" b="4381"/>
          <a:stretch>
            <a:fillRect/>
          </a:stretch>
        </p:blipFill>
        <p:spPr>
          <a:xfrm>
            <a:off x="3974918" y="1836543"/>
            <a:ext cx="1096854" cy="1977665"/>
          </a:xfrm>
          <a:prstGeom prst="rect">
            <a:avLst/>
          </a:prstGeom>
        </p:spPr>
      </p:pic>
      <p:sp>
        <p:nvSpPr>
          <p:cNvPr id="42" name="ZoneTexte 41">
            <a:extLst>
              <a:ext uri="{FF2B5EF4-FFF2-40B4-BE49-F238E27FC236}">
                <a16:creationId xmlns:a16="http://schemas.microsoft.com/office/drawing/2014/main" id="{8C921BC3-F14E-64B6-DB72-96474C814611}"/>
              </a:ext>
            </a:extLst>
          </p:cNvPr>
          <p:cNvSpPr txBox="1"/>
          <p:nvPr/>
        </p:nvSpPr>
        <p:spPr>
          <a:xfrm>
            <a:off x="3580247" y="1171029"/>
            <a:ext cx="1886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Vers Tuile du Baron ou avec Donjon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5DA58A-96EA-9FD2-2183-8F96786BE4DE}"/>
              </a:ext>
            </a:extLst>
          </p:cNvPr>
          <p:cNvSpPr/>
          <p:nvPr/>
        </p:nvSpPr>
        <p:spPr>
          <a:xfrm>
            <a:off x="6096000" y="599197"/>
            <a:ext cx="2124000" cy="3312000"/>
          </a:xfrm>
          <a:prstGeom prst="rect">
            <a:avLst/>
          </a:prstGeom>
          <a:blipFill dpi="0" rotWithShape="1">
            <a:blip r:embed="rId2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197FB8F-DCAD-226D-9343-09EFC02834DB}"/>
              </a:ext>
            </a:extLst>
          </p:cNvPr>
          <p:cNvSpPr/>
          <p:nvPr/>
        </p:nvSpPr>
        <p:spPr>
          <a:xfrm>
            <a:off x="6096000" y="597966"/>
            <a:ext cx="2124000" cy="432000"/>
          </a:xfrm>
          <a:prstGeom prst="rect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Exiler Chevalier</a:t>
            </a:r>
          </a:p>
        </p:txBody>
      </p:sp>
      <p:sp>
        <p:nvSpPr>
          <p:cNvPr id="46" name="Cercle : creux 45">
            <a:extLst>
              <a:ext uri="{FF2B5EF4-FFF2-40B4-BE49-F238E27FC236}">
                <a16:creationId xmlns:a16="http://schemas.microsoft.com/office/drawing/2014/main" id="{00801CAD-BF16-BC33-94DB-DE91DB2BDF28}"/>
              </a:ext>
            </a:extLst>
          </p:cNvPr>
          <p:cNvSpPr/>
          <p:nvPr/>
        </p:nvSpPr>
        <p:spPr>
          <a:xfrm>
            <a:off x="6171730" y="3447926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EC02731A-68FD-5299-551F-214D1F3C759B}"/>
              </a:ext>
            </a:extLst>
          </p:cNvPr>
          <p:cNvSpPr txBox="1"/>
          <p:nvPr/>
        </p:nvSpPr>
        <p:spPr>
          <a:xfrm>
            <a:off x="6228202" y="1113559"/>
            <a:ext cx="1859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Vers Tuile adjacente à une montagne</a:t>
            </a:r>
          </a:p>
        </p:txBody>
      </p:sp>
      <p:pic>
        <p:nvPicPr>
          <p:cNvPr id="52" name="Image 51" descr="Une image contenant croquis, chaussures, dessin, illustration&#10;&#10;Le contenu généré par l’IA peut être incorrect.">
            <a:extLst>
              <a:ext uri="{FF2B5EF4-FFF2-40B4-BE49-F238E27FC236}">
                <a16:creationId xmlns:a16="http://schemas.microsoft.com/office/drawing/2014/main" id="{ECFA1528-B5B4-8F0F-F67F-84442841C8BF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ECF3C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4512" b="87988" l="26758" r="71875">
                        <a14:foregroundMark x1="53516" y1="31152" x2="51563" y2="25684"/>
                        <a14:foregroundMark x1="54014" y1="24607" x2="58008" y2="22852"/>
                        <a14:foregroundMark x1="58008" y1="22852" x2="62659" y2="24476"/>
                        <a14:foregroundMark x1="59806" y1="40775" x2="58398" y2="41797"/>
                        <a14:foregroundMark x1="58398" y1="41797" x2="52246" y2="36133"/>
                        <a14:foregroundMark x1="52246" y1="36133" x2="50977" y2="33984"/>
                        <a14:foregroundMark x1="69043" y1="59082" x2="68945" y2="59180"/>
                        <a14:foregroundMark x1="43262" y1="82422" x2="49512" y2="82715"/>
                        <a14:foregroundMark x1="49512" y1="82715" x2="47910" y2="85712"/>
                        <a14:foregroundMark x1="45139" y1="87738" x2="40332" y2="85449"/>
                        <a14:foregroundMark x1="40332" y1="85449" x2="44434" y2="82129"/>
                        <a14:foregroundMark x1="30957" y1="74707" x2="25391" y2="78027"/>
                        <a14:foregroundMark x1="25391" y1="78027" x2="26855" y2="84180"/>
                        <a14:foregroundMark x1="26855" y1="84180" x2="30078" y2="79395"/>
                        <a14:foregroundMark x1="30078" y1="79395" x2="30762" y2="74707"/>
                        <a14:foregroundMark x1="59180" y1="85449" x2="71875" y2="87109"/>
                        <a14:foregroundMark x1="71875" y1="87109" x2="66504" y2="84180"/>
                        <a14:foregroundMark x1="66504" y1="84180" x2="60840" y2="85352"/>
                        <a14:foregroundMark x1="62402" y1="24707" x2="66016" y2="29883"/>
                        <a14:foregroundMark x1="65844" y1="34953" x2="65820" y2="35645"/>
                        <a14:foregroundMark x1="66016" y1="29883" x2="65934" y2="32294"/>
                        <a14:foregroundMark x1="63718" y1="37174" x2="62598" y2="37988"/>
                        <a14:foregroundMark x1="65820" y1="35645" x2="64376" y2="36695"/>
                        <a14:foregroundMark x1="61230" y1="38477" x2="62402" y2="38379"/>
                        <a14:foregroundMark x1="54102" y1="24512" x2="52344" y2="25977"/>
                        <a14:foregroundMark x1="48145" y1="86426" x2="44824" y2="87988"/>
                        <a14:backgroundMark x1="48324" y1="86629" x2="51855" y2="84863"/>
                        <a14:backgroundMark x1="51855" y1="84863" x2="58008" y2="85254"/>
                        <a14:backgroundMark x1="58008" y1="85254" x2="50684" y2="89258"/>
                        <a14:backgroundMark x1="50684" y1="89258" x2="47023" y2="88716"/>
                        <a14:backgroundMark x1="51172" y1="25977" x2="52007" y2="25682"/>
                        <a14:backgroundMark x1="51890" y1="25580" x2="50977" y2="25977"/>
                        <a14:backgroundMark x1="58887" y1="39355" x2="59277" y2="39648"/>
                        <a14:backgroundMark x1="59570" y1="39746" x2="59180" y2="39258"/>
                        <a14:backgroundMark x1="61405" y1="40029" x2="61621" y2="40332"/>
                        <a14:backgroundMark x1="61426" y1="40234" x2="59766" y2="40723"/>
                        <a14:backgroundMark x1="61230" y1="40039" x2="61230" y2="40039"/>
                        <a14:backgroundMark x1="60840" y1="40039" x2="60840" y2="40039"/>
                        <a14:backgroundMark x1="66211" y1="32324" x2="65918" y2="34961"/>
                        <a14:backgroundMark x1="64355" y1="37109" x2="63965" y2="37402"/>
                        <a14:backgroundMark x1="64551" y1="36914" x2="63672" y2="37207"/>
                      </a14:backgroundRemoval>
                    </a14:imgEffect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21250" r="25695" b="9306"/>
          <a:stretch>
            <a:fillRect/>
          </a:stretch>
        </p:blipFill>
        <p:spPr>
          <a:xfrm>
            <a:off x="6607460" y="1858800"/>
            <a:ext cx="1437833" cy="1953578"/>
          </a:xfrm>
          <a:prstGeom prst="rect">
            <a:avLst/>
          </a:prstGeom>
        </p:spPr>
      </p:pic>
      <p:pic>
        <p:nvPicPr>
          <p:cNvPr id="53" name="Image 52" descr="Une image contenant art, nuit, laiton, léger&#10;&#10;Le contenu généré par l’IA peut être incorrect.">
            <a:extLst>
              <a:ext uri="{FF2B5EF4-FFF2-40B4-BE49-F238E27FC236}">
                <a16:creationId xmlns:a16="http://schemas.microsoft.com/office/drawing/2014/main" id="{65A59695-5CE3-CEB3-4B2D-508A51429FA8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ECF3C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134"/>
          <a:stretch>
            <a:fillRect/>
          </a:stretch>
        </p:blipFill>
        <p:spPr>
          <a:xfrm>
            <a:off x="6314130" y="1632370"/>
            <a:ext cx="922505" cy="693439"/>
          </a:xfrm>
          <a:prstGeom prst="rect">
            <a:avLst/>
          </a:prstGeom>
          <a:ln>
            <a:noFill/>
          </a:ln>
        </p:spPr>
      </p:pic>
      <p:sp>
        <p:nvSpPr>
          <p:cNvPr id="54" name="Parchemin : vertical 53">
            <a:extLst>
              <a:ext uri="{FF2B5EF4-FFF2-40B4-BE49-F238E27FC236}">
                <a16:creationId xmlns:a16="http://schemas.microsoft.com/office/drawing/2014/main" id="{10E8C63F-8B8E-2F00-E022-60A390884796}"/>
              </a:ext>
            </a:extLst>
          </p:cNvPr>
          <p:cNvSpPr/>
          <p:nvPr/>
        </p:nvSpPr>
        <p:spPr>
          <a:xfrm>
            <a:off x="6319573" y="4522469"/>
            <a:ext cx="1620000" cy="493269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Version 3</a:t>
            </a:r>
          </a:p>
        </p:txBody>
      </p:sp>
      <p:sp>
        <p:nvSpPr>
          <p:cNvPr id="55" name="Parchemin : vertical 54">
            <a:extLst>
              <a:ext uri="{FF2B5EF4-FFF2-40B4-BE49-F238E27FC236}">
                <a16:creationId xmlns:a16="http://schemas.microsoft.com/office/drawing/2014/main" id="{A4861CD1-0BAB-F038-E041-824975D17E4A}"/>
              </a:ext>
            </a:extLst>
          </p:cNvPr>
          <p:cNvSpPr/>
          <p:nvPr/>
        </p:nvSpPr>
        <p:spPr>
          <a:xfrm>
            <a:off x="592219" y="4331117"/>
            <a:ext cx="4777047" cy="1181762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Faut-il des cartes avec « OU » ?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Faut-il uniquement des cartes séparées ?</a:t>
            </a:r>
          </a:p>
        </p:txBody>
      </p:sp>
    </p:spTree>
    <p:extLst>
      <p:ext uri="{BB962C8B-B14F-4D97-AF65-F5344CB8AC3E}">
        <p14:creationId xmlns:p14="http://schemas.microsoft.com/office/powerpoint/2010/main" val="2751930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373A3-8694-8116-CD8F-5B3153C8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DF77D9-2515-E116-101B-695312E67517}"/>
              </a:ext>
            </a:extLst>
          </p:cNvPr>
          <p:cNvSpPr/>
          <p:nvPr/>
        </p:nvSpPr>
        <p:spPr>
          <a:xfrm>
            <a:off x="676331" y="633181"/>
            <a:ext cx="2124000" cy="3312000"/>
          </a:xfrm>
          <a:prstGeom prst="rect">
            <a:avLst/>
          </a:prstGeom>
          <a:blipFill dpi="0" rotWithShape="1">
            <a:blip r:embed="rId2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5AD91E-24C6-86CC-5572-A04B536FEB17}"/>
              </a:ext>
            </a:extLst>
          </p:cNvPr>
          <p:cNvSpPr/>
          <p:nvPr/>
        </p:nvSpPr>
        <p:spPr>
          <a:xfrm>
            <a:off x="675037" y="643670"/>
            <a:ext cx="2124000" cy="432000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Recruter Troupes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15E1A-4904-35BB-5676-1E20C03576F0}"/>
              </a:ext>
            </a:extLst>
          </p:cNvPr>
          <p:cNvSpPr/>
          <p:nvPr/>
        </p:nvSpPr>
        <p:spPr>
          <a:xfrm>
            <a:off x="676331" y="2492916"/>
            <a:ext cx="2124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A11E390-F87D-DD0A-E31B-04BE78FD884D}"/>
              </a:ext>
            </a:extLst>
          </p:cNvPr>
          <p:cNvSpPr/>
          <p:nvPr/>
        </p:nvSpPr>
        <p:spPr>
          <a:xfrm>
            <a:off x="1600657" y="2355494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ou</a:t>
            </a:r>
          </a:p>
        </p:txBody>
      </p:sp>
      <p:sp>
        <p:nvSpPr>
          <p:cNvPr id="10" name="Cercle : creux 9">
            <a:extLst>
              <a:ext uri="{FF2B5EF4-FFF2-40B4-BE49-F238E27FC236}">
                <a16:creationId xmlns:a16="http://schemas.microsoft.com/office/drawing/2014/main" id="{7CEFAA7D-2983-468E-E608-692B32F94155}"/>
              </a:ext>
            </a:extLst>
          </p:cNvPr>
          <p:cNvSpPr/>
          <p:nvPr/>
        </p:nvSpPr>
        <p:spPr>
          <a:xfrm>
            <a:off x="754657" y="3506798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11" name="Cercle : creux 10">
            <a:extLst>
              <a:ext uri="{FF2B5EF4-FFF2-40B4-BE49-F238E27FC236}">
                <a16:creationId xmlns:a16="http://schemas.microsoft.com/office/drawing/2014/main" id="{750A8A40-416F-CBAF-2562-5CC4D29B6A0F}"/>
              </a:ext>
            </a:extLst>
          </p:cNvPr>
          <p:cNvSpPr/>
          <p:nvPr/>
        </p:nvSpPr>
        <p:spPr>
          <a:xfrm>
            <a:off x="754657" y="2054446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5821DE6-7DAD-2D89-0ADD-18D3BD860A03}"/>
              </a:ext>
            </a:extLst>
          </p:cNvPr>
          <p:cNvSpPr txBox="1"/>
          <p:nvPr/>
        </p:nvSpPr>
        <p:spPr>
          <a:xfrm>
            <a:off x="1203840" y="1842266"/>
            <a:ext cx="64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T1 :</a:t>
            </a:r>
          </a:p>
        </p:txBody>
      </p:sp>
      <p:sp>
        <p:nvSpPr>
          <p:cNvPr id="13" name="Signe Plus 12">
            <a:extLst>
              <a:ext uri="{FF2B5EF4-FFF2-40B4-BE49-F238E27FC236}">
                <a16:creationId xmlns:a16="http://schemas.microsoft.com/office/drawing/2014/main" id="{B5C9722E-6A4D-E793-9AB5-068E036B4F80}"/>
              </a:ext>
            </a:extLst>
          </p:cNvPr>
          <p:cNvSpPr/>
          <p:nvPr/>
        </p:nvSpPr>
        <p:spPr>
          <a:xfrm>
            <a:off x="1723734" y="1919824"/>
            <a:ext cx="252000" cy="252000"/>
          </a:xfrm>
          <a:prstGeom prst="mathPl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Hexagone 13">
            <a:extLst>
              <a:ext uri="{FF2B5EF4-FFF2-40B4-BE49-F238E27FC236}">
                <a16:creationId xmlns:a16="http://schemas.microsoft.com/office/drawing/2014/main" id="{FD030840-3E30-D5C0-6C7C-296B0F41BB87}"/>
              </a:ext>
            </a:extLst>
          </p:cNvPr>
          <p:cNvSpPr/>
          <p:nvPr/>
        </p:nvSpPr>
        <p:spPr>
          <a:xfrm rot="5400000">
            <a:off x="2245494" y="1278506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A5FEA9E-B664-FDB0-F822-6B4BB53588BC}"/>
              </a:ext>
            </a:extLst>
          </p:cNvPr>
          <p:cNvSpPr/>
          <p:nvPr/>
        </p:nvSpPr>
        <p:spPr>
          <a:xfrm>
            <a:off x="826657" y="1278506"/>
            <a:ext cx="360000" cy="36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A00EECF-803B-8D4C-14AA-E6CB409D4F8A}"/>
              </a:ext>
            </a:extLst>
          </p:cNvPr>
          <p:cNvSpPr/>
          <p:nvPr/>
        </p:nvSpPr>
        <p:spPr>
          <a:xfrm>
            <a:off x="1192983" y="1278506"/>
            <a:ext cx="360000" cy="36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4399CC3-C1C2-D5C7-EF61-C80B9D6FF404}"/>
              </a:ext>
            </a:extLst>
          </p:cNvPr>
          <p:cNvSpPr/>
          <p:nvPr/>
        </p:nvSpPr>
        <p:spPr>
          <a:xfrm>
            <a:off x="1555803" y="1278506"/>
            <a:ext cx="360000" cy="36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9DF2699-08E2-60DE-D1FE-33243E2F815F}"/>
              </a:ext>
            </a:extLst>
          </p:cNvPr>
          <p:cNvSpPr/>
          <p:nvPr/>
        </p:nvSpPr>
        <p:spPr>
          <a:xfrm>
            <a:off x="2017243" y="1865824"/>
            <a:ext cx="360000" cy="36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3BDCB649-FDE8-A1C5-9714-4E3972447EC5}"/>
              </a:ext>
            </a:extLst>
          </p:cNvPr>
          <p:cNvCxnSpPr>
            <a:cxnSpLocks/>
          </p:cNvCxnSpPr>
          <p:nvPr/>
        </p:nvCxnSpPr>
        <p:spPr>
          <a:xfrm>
            <a:off x="1958064" y="1458506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Hexagone 19">
            <a:extLst>
              <a:ext uri="{FF2B5EF4-FFF2-40B4-BE49-F238E27FC236}">
                <a16:creationId xmlns:a16="http://schemas.microsoft.com/office/drawing/2014/main" id="{958770F5-B035-98CC-696B-11D46ADAD061}"/>
              </a:ext>
            </a:extLst>
          </p:cNvPr>
          <p:cNvSpPr/>
          <p:nvPr/>
        </p:nvSpPr>
        <p:spPr>
          <a:xfrm rot="5400000">
            <a:off x="1871467" y="3003487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64F537D-C67E-9A04-7F66-5D7A49F756D8}"/>
              </a:ext>
            </a:extLst>
          </p:cNvPr>
          <p:cNvSpPr/>
          <p:nvPr/>
        </p:nvSpPr>
        <p:spPr>
          <a:xfrm>
            <a:off x="1181776" y="3003487"/>
            <a:ext cx="360000" cy="36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33368E2-7521-B0F9-6877-732D348BD709}"/>
              </a:ext>
            </a:extLst>
          </p:cNvPr>
          <p:cNvCxnSpPr>
            <a:cxnSpLocks/>
          </p:cNvCxnSpPr>
          <p:nvPr/>
        </p:nvCxnSpPr>
        <p:spPr>
          <a:xfrm>
            <a:off x="1584037" y="3183487"/>
            <a:ext cx="5686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1E0AC-F7CF-B447-15E0-8D390588CAEC}"/>
              </a:ext>
            </a:extLst>
          </p:cNvPr>
          <p:cNvSpPr/>
          <p:nvPr/>
        </p:nvSpPr>
        <p:spPr>
          <a:xfrm>
            <a:off x="3870842" y="643670"/>
            <a:ext cx="2124000" cy="3312000"/>
          </a:xfrm>
          <a:prstGeom prst="rect">
            <a:avLst/>
          </a:prstGeom>
          <a:blipFill dpi="0" rotWithShape="1">
            <a:blip r:embed="rId2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BD4BEA-D057-0139-C548-711D711EF4F4}"/>
              </a:ext>
            </a:extLst>
          </p:cNvPr>
          <p:cNvSpPr/>
          <p:nvPr/>
        </p:nvSpPr>
        <p:spPr>
          <a:xfrm>
            <a:off x="3869548" y="646539"/>
            <a:ext cx="2124000" cy="432000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Déplacer Troupes</a:t>
            </a:r>
          </a:p>
        </p:txBody>
      </p:sp>
      <p:sp>
        <p:nvSpPr>
          <p:cNvPr id="27" name="Cercle : creux 26">
            <a:extLst>
              <a:ext uri="{FF2B5EF4-FFF2-40B4-BE49-F238E27FC236}">
                <a16:creationId xmlns:a16="http://schemas.microsoft.com/office/drawing/2014/main" id="{F3FFE27C-FA1C-0794-652C-3131C7F644C7}"/>
              </a:ext>
            </a:extLst>
          </p:cNvPr>
          <p:cNvSpPr/>
          <p:nvPr/>
        </p:nvSpPr>
        <p:spPr>
          <a:xfrm>
            <a:off x="3962496" y="3422238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4A0BF46-EC7C-94F2-1A5D-A177E9BE2EC2}"/>
              </a:ext>
            </a:extLst>
          </p:cNvPr>
          <p:cNvSpPr txBox="1"/>
          <p:nvPr/>
        </p:nvSpPr>
        <p:spPr>
          <a:xfrm>
            <a:off x="4431487" y="1869780"/>
            <a:ext cx="1188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Disperser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38E02A8-4657-BF96-2E7E-A0E13617DECF}"/>
              </a:ext>
            </a:extLst>
          </p:cNvPr>
          <p:cNvSpPr/>
          <p:nvPr/>
        </p:nvSpPr>
        <p:spPr>
          <a:xfrm>
            <a:off x="3877168" y="2515670"/>
            <a:ext cx="2124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BBF7465C-28F1-0A4F-1893-AC7F0EDBE301}"/>
              </a:ext>
            </a:extLst>
          </p:cNvPr>
          <p:cNvSpPr/>
          <p:nvPr/>
        </p:nvSpPr>
        <p:spPr>
          <a:xfrm>
            <a:off x="4788842" y="237167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ou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BA00641-13C6-A26C-B0A6-943225DAC195}"/>
              </a:ext>
            </a:extLst>
          </p:cNvPr>
          <p:cNvSpPr txBox="1"/>
          <p:nvPr/>
        </p:nvSpPr>
        <p:spPr>
          <a:xfrm>
            <a:off x="4328822" y="3417572"/>
            <a:ext cx="139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Concentrer</a:t>
            </a:r>
          </a:p>
        </p:txBody>
      </p:sp>
      <p:sp>
        <p:nvSpPr>
          <p:cNvPr id="48" name="Cercle : creux 47">
            <a:extLst>
              <a:ext uri="{FF2B5EF4-FFF2-40B4-BE49-F238E27FC236}">
                <a16:creationId xmlns:a16="http://schemas.microsoft.com/office/drawing/2014/main" id="{5BBB4E60-5404-BE08-4E07-332B351A00BF}"/>
              </a:ext>
            </a:extLst>
          </p:cNvPr>
          <p:cNvSpPr/>
          <p:nvPr/>
        </p:nvSpPr>
        <p:spPr>
          <a:xfrm>
            <a:off x="3968822" y="1903670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6" name="Hexagone 55">
            <a:extLst>
              <a:ext uri="{FF2B5EF4-FFF2-40B4-BE49-F238E27FC236}">
                <a16:creationId xmlns:a16="http://schemas.microsoft.com/office/drawing/2014/main" id="{E6D70F1F-8144-46C5-3DA6-67BB87491EF3}"/>
              </a:ext>
            </a:extLst>
          </p:cNvPr>
          <p:cNvSpPr/>
          <p:nvPr/>
        </p:nvSpPr>
        <p:spPr>
          <a:xfrm rot="5400000">
            <a:off x="5362875" y="1278506"/>
            <a:ext cx="396000" cy="360000"/>
          </a:xfrm>
          <a:prstGeom prst="hexagon">
            <a:avLst/>
          </a:prstGeom>
          <a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Hexagone 56">
            <a:extLst>
              <a:ext uri="{FF2B5EF4-FFF2-40B4-BE49-F238E27FC236}">
                <a16:creationId xmlns:a16="http://schemas.microsoft.com/office/drawing/2014/main" id="{ABACAADB-8242-E926-B2E4-835F544DA564}"/>
              </a:ext>
            </a:extLst>
          </p:cNvPr>
          <p:cNvSpPr/>
          <p:nvPr/>
        </p:nvSpPr>
        <p:spPr>
          <a:xfrm rot="5400000">
            <a:off x="4953600" y="1278506"/>
            <a:ext cx="396000" cy="360000"/>
          </a:xfrm>
          <a:prstGeom prst="hexagon">
            <a:avLst/>
          </a:prstGeom>
          <a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Hexagone 57">
            <a:extLst>
              <a:ext uri="{FF2B5EF4-FFF2-40B4-BE49-F238E27FC236}">
                <a16:creationId xmlns:a16="http://schemas.microsoft.com/office/drawing/2014/main" id="{4AA58152-6E59-5661-286F-77F34ABB9002}"/>
              </a:ext>
            </a:extLst>
          </p:cNvPr>
          <p:cNvSpPr/>
          <p:nvPr/>
        </p:nvSpPr>
        <p:spPr>
          <a:xfrm rot="5400000">
            <a:off x="4544325" y="1288439"/>
            <a:ext cx="396000" cy="360000"/>
          </a:xfrm>
          <a:prstGeom prst="hexagon">
            <a:avLst/>
          </a:prstGeom>
          <a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Hexagone 58">
            <a:extLst>
              <a:ext uri="{FF2B5EF4-FFF2-40B4-BE49-F238E27FC236}">
                <a16:creationId xmlns:a16="http://schemas.microsoft.com/office/drawing/2014/main" id="{B8B2F90A-20D1-A2AF-0063-BCBBAF86A654}"/>
              </a:ext>
            </a:extLst>
          </p:cNvPr>
          <p:cNvSpPr/>
          <p:nvPr/>
        </p:nvSpPr>
        <p:spPr>
          <a:xfrm rot="5400000">
            <a:off x="4130822" y="1288439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41898924-FF13-9AA3-F53A-1073AA3A6326}"/>
              </a:ext>
            </a:extLst>
          </p:cNvPr>
          <p:cNvCxnSpPr>
            <a:cxnSpLocks/>
          </p:cNvCxnSpPr>
          <p:nvPr/>
        </p:nvCxnSpPr>
        <p:spPr>
          <a:xfrm>
            <a:off x="4348722" y="1462480"/>
            <a:ext cx="12693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Hexagone 60">
            <a:extLst>
              <a:ext uri="{FF2B5EF4-FFF2-40B4-BE49-F238E27FC236}">
                <a16:creationId xmlns:a16="http://schemas.microsoft.com/office/drawing/2014/main" id="{CC296D47-A790-EEDC-DD00-B73BF3363D41}"/>
              </a:ext>
            </a:extLst>
          </p:cNvPr>
          <p:cNvSpPr/>
          <p:nvPr/>
        </p:nvSpPr>
        <p:spPr>
          <a:xfrm rot="5400000">
            <a:off x="5362875" y="2811634"/>
            <a:ext cx="396000" cy="360000"/>
          </a:xfrm>
          <a:prstGeom prst="hexagon">
            <a:avLst/>
          </a:prstGeom>
          <a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Hexagone 61">
            <a:extLst>
              <a:ext uri="{FF2B5EF4-FFF2-40B4-BE49-F238E27FC236}">
                <a16:creationId xmlns:a16="http://schemas.microsoft.com/office/drawing/2014/main" id="{DFC94E47-8125-6BD0-84F9-7CF815790DA2}"/>
              </a:ext>
            </a:extLst>
          </p:cNvPr>
          <p:cNvSpPr/>
          <p:nvPr/>
        </p:nvSpPr>
        <p:spPr>
          <a:xfrm rot="5400000">
            <a:off x="4953600" y="2811634"/>
            <a:ext cx="396000" cy="360000"/>
          </a:xfrm>
          <a:prstGeom prst="hexagon">
            <a:avLst/>
          </a:prstGeom>
          <a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Hexagone 62">
            <a:extLst>
              <a:ext uri="{FF2B5EF4-FFF2-40B4-BE49-F238E27FC236}">
                <a16:creationId xmlns:a16="http://schemas.microsoft.com/office/drawing/2014/main" id="{8C99E8AA-C240-0D14-3BF7-FCC45824CF37}"/>
              </a:ext>
            </a:extLst>
          </p:cNvPr>
          <p:cNvSpPr/>
          <p:nvPr/>
        </p:nvSpPr>
        <p:spPr>
          <a:xfrm rot="5400000">
            <a:off x="4544325" y="2821567"/>
            <a:ext cx="396000" cy="360000"/>
          </a:xfrm>
          <a:prstGeom prst="hexagon">
            <a:avLst/>
          </a:prstGeom>
          <a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20000" contrast="-40000"/>
                      </a14:imgEffect>
                    </a14:imgLayer>
                  </a14:imgProps>
                </a:ext>
              </a:extLst>
            </a:blip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Hexagone 127">
            <a:extLst>
              <a:ext uri="{FF2B5EF4-FFF2-40B4-BE49-F238E27FC236}">
                <a16:creationId xmlns:a16="http://schemas.microsoft.com/office/drawing/2014/main" id="{DD9CC7BA-D5A2-2F72-289C-34167EAD9869}"/>
              </a:ext>
            </a:extLst>
          </p:cNvPr>
          <p:cNvSpPr/>
          <p:nvPr/>
        </p:nvSpPr>
        <p:spPr>
          <a:xfrm rot="5400000">
            <a:off x="4130822" y="2821567"/>
            <a:ext cx="396000" cy="360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90BFD295-AF73-E261-7888-72ADD65B5C8E}"/>
              </a:ext>
            </a:extLst>
          </p:cNvPr>
          <p:cNvCxnSpPr>
            <a:cxnSpLocks/>
          </p:cNvCxnSpPr>
          <p:nvPr/>
        </p:nvCxnSpPr>
        <p:spPr>
          <a:xfrm flipH="1">
            <a:off x="4248150" y="2995608"/>
            <a:ext cx="13035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Connecteur droit avec flèche 136">
            <a:extLst>
              <a:ext uri="{FF2B5EF4-FFF2-40B4-BE49-F238E27FC236}">
                <a16:creationId xmlns:a16="http://schemas.microsoft.com/office/drawing/2014/main" id="{EC604413-E3D3-CBEE-7F1C-D027CD9D4354}"/>
              </a:ext>
            </a:extLst>
          </p:cNvPr>
          <p:cNvCxnSpPr>
            <a:cxnSpLocks/>
          </p:cNvCxnSpPr>
          <p:nvPr/>
        </p:nvCxnSpPr>
        <p:spPr>
          <a:xfrm>
            <a:off x="4350644" y="1465566"/>
            <a:ext cx="89809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Connecteur droit avec flèche 139">
            <a:extLst>
              <a:ext uri="{FF2B5EF4-FFF2-40B4-BE49-F238E27FC236}">
                <a16:creationId xmlns:a16="http://schemas.microsoft.com/office/drawing/2014/main" id="{66E25DDD-B166-3C5F-ABD9-667C950F1F8B}"/>
              </a:ext>
            </a:extLst>
          </p:cNvPr>
          <p:cNvCxnSpPr>
            <a:cxnSpLocks/>
          </p:cNvCxnSpPr>
          <p:nvPr/>
        </p:nvCxnSpPr>
        <p:spPr>
          <a:xfrm>
            <a:off x="4350644" y="1465566"/>
            <a:ext cx="49811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4" name="Ellipse 143">
            <a:extLst>
              <a:ext uri="{FF2B5EF4-FFF2-40B4-BE49-F238E27FC236}">
                <a16:creationId xmlns:a16="http://schemas.microsoft.com/office/drawing/2014/main" id="{47FDFAE9-F25C-8E4D-431A-5FBFA4FB83B2}"/>
              </a:ext>
            </a:extLst>
          </p:cNvPr>
          <p:cNvSpPr/>
          <p:nvPr/>
        </p:nvSpPr>
        <p:spPr>
          <a:xfrm>
            <a:off x="4238822" y="1381566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6573E01C-3B81-CC17-0240-93242F6EA37F}"/>
              </a:ext>
            </a:extLst>
          </p:cNvPr>
          <p:cNvSpPr/>
          <p:nvPr/>
        </p:nvSpPr>
        <p:spPr>
          <a:xfrm>
            <a:off x="4652325" y="2911567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5A4C8CB1-2870-9E76-C05C-12FB082AADAC}"/>
              </a:ext>
            </a:extLst>
          </p:cNvPr>
          <p:cNvSpPr/>
          <p:nvPr/>
        </p:nvSpPr>
        <p:spPr>
          <a:xfrm>
            <a:off x="5061211" y="2911567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" name="Ellipse 159">
            <a:extLst>
              <a:ext uri="{FF2B5EF4-FFF2-40B4-BE49-F238E27FC236}">
                <a16:creationId xmlns:a16="http://schemas.microsoft.com/office/drawing/2014/main" id="{C086AA06-EFF6-3758-7F5E-C2F61329211F}"/>
              </a:ext>
            </a:extLst>
          </p:cNvPr>
          <p:cNvSpPr/>
          <p:nvPr/>
        </p:nvSpPr>
        <p:spPr>
          <a:xfrm>
            <a:off x="5470692" y="2901634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1654AAB-0F73-3B38-81E2-4D635B46D796}"/>
              </a:ext>
            </a:extLst>
          </p:cNvPr>
          <p:cNvSpPr/>
          <p:nvPr/>
        </p:nvSpPr>
        <p:spPr>
          <a:xfrm>
            <a:off x="7089274" y="643670"/>
            <a:ext cx="2124000" cy="3312000"/>
          </a:xfrm>
          <a:prstGeom prst="rect">
            <a:avLst/>
          </a:prstGeom>
          <a:blipFill dpi="0" rotWithShape="1">
            <a:blip r:embed="rId2">
              <a:alphaModFix amt="75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94E71E6-323D-7637-6238-AD188F1C5388}"/>
              </a:ext>
            </a:extLst>
          </p:cNvPr>
          <p:cNvSpPr/>
          <p:nvPr/>
        </p:nvSpPr>
        <p:spPr>
          <a:xfrm>
            <a:off x="7087980" y="646539"/>
            <a:ext cx="2124000" cy="432000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WatercolorSponge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Donjon</a:t>
            </a:r>
          </a:p>
        </p:txBody>
      </p:sp>
      <p:sp>
        <p:nvSpPr>
          <p:cNvPr id="163" name="Cercle : creux 162">
            <a:extLst>
              <a:ext uri="{FF2B5EF4-FFF2-40B4-BE49-F238E27FC236}">
                <a16:creationId xmlns:a16="http://schemas.microsoft.com/office/drawing/2014/main" id="{B58DEF92-2E03-30C0-E8B8-1F2CDFCD88CB}"/>
              </a:ext>
            </a:extLst>
          </p:cNvPr>
          <p:cNvSpPr/>
          <p:nvPr/>
        </p:nvSpPr>
        <p:spPr>
          <a:xfrm>
            <a:off x="7180928" y="3422238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164" name="ZoneTexte 163">
            <a:extLst>
              <a:ext uri="{FF2B5EF4-FFF2-40B4-BE49-F238E27FC236}">
                <a16:creationId xmlns:a16="http://schemas.microsoft.com/office/drawing/2014/main" id="{5EA8DCA9-7D19-F59F-E8BE-C235C8589145}"/>
              </a:ext>
            </a:extLst>
          </p:cNvPr>
          <p:cNvSpPr txBox="1"/>
          <p:nvPr/>
        </p:nvSpPr>
        <p:spPr>
          <a:xfrm>
            <a:off x="7649919" y="1869780"/>
            <a:ext cx="1356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Construire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E52A53B-0277-972E-B6BC-478864FE3FD1}"/>
              </a:ext>
            </a:extLst>
          </p:cNvPr>
          <p:cNvSpPr/>
          <p:nvPr/>
        </p:nvSpPr>
        <p:spPr>
          <a:xfrm>
            <a:off x="7095600" y="2515670"/>
            <a:ext cx="2124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1BE04E03-8962-46A4-6F41-52DEBDE1569E}"/>
              </a:ext>
            </a:extLst>
          </p:cNvPr>
          <p:cNvSpPr/>
          <p:nvPr/>
        </p:nvSpPr>
        <p:spPr>
          <a:xfrm>
            <a:off x="8007274" y="237167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ou</a:t>
            </a:r>
          </a:p>
        </p:txBody>
      </p:sp>
      <p:sp>
        <p:nvSpPr>
          <p:cNvPr id="167" name="ZoneTexte 166">
            <a:extLst>
              <a:ext uri="{FF2B5EF4-FFF2-40B4-BE49-F238E27FC236}">
                <a16:creationId xmlns:a16="http://schemas.microsoft.com/office/drawing/2014/main" id="{ABC46FF2-528C-ED19-5172-02D7549987ED}"/>
              </a:ext>
            </a:extLst>
          </p:cNvPr>
          <p:cNvSpPr txBox="1"/>
          <p:nvPr/>
        </p:nvSpPr>
        <p:spPr>
          <a:xfrm>
            <a:off x="7547254" y="3417572"/>
            <a:ext cx="1596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Déconstruire</a:t>
            </a:r>
          </a:p>
        </p:txBody>
      </p:sp>
      <p:sp>
        <p:nvSpPr>
          <p:cNvPr id="168" name="Cercle : creux 167">
            <a:extLst>
              <a:ext uri="{FF2B5EF4-FFF2-40B4-BE49-F238E27FC236}">
                <a16:creationId xmlns:a16="http://schemas.microsoft.com/office/drawing/2014/main" id="{503E1493-C957-5ED2-BAC3-DAC4A2106678}"/>
              </a:ext>
            </a:extLst>
          </p:cNvPr>
          <p:cNvSpPr/>
          <p:nvPr/>
        </p:nvSpPr>
        <p:spPr>
          <a:xfrm>
            <a:off x="7187254" y="1903670"/>
            <a:ext cx="360000" cy="360000"/>
          </a:xfrm>
          <a:prstGeom prst="donut">
            <a:avLst>
              <a:gd name="adj" fmla="val 15271"/>
            </a:avLst>
          </a:prstGeom>
          <a:blipFill>
            <a:blip r:embed="rId5"/>
            <a:tile tx="0" ty="0" sx="100000" sy="100000" flip="none" algn="tl"/>
          </a:blipFill>
          <a:ln w="127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172" name="Hexagone 171">
            <a:extLst>
              <a:ext uri="{FF2B5EF4-FFF2-40B4-BE49-F238E27FC236}">
                <a16:creationId xmlns:a16="http://schemas.microsoft.com/office/drawing/2014/main" id="{029E2442-B55D-60C8-7EDA-4ADD9E46EB70}"/>
              </a:ext>
            </a:extLst>
          </p:cNvPr>
          <p:cNvSpPr/>
          <p:nvPr/>
        </p:nvSpPr>
        <p:spPr>
          <a:xfrm rot="5400000">
            <a:off x="7232434" y="1181119"/>
            <a:ext cx="648000" cy="612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0" name="Connecteur droit avec flèche 179">
            <a:extLst>
              <a:ext uri="{FF2B5EF4-FFF2-40B4-BE49-F238E27FC236}">
                <a16:creationId xmlns:a16="http://schemas.microsoft.com/office/drawing/2014/main" id="{8BF13955-A3DD-3885-A62B-5CC21CC6127C}"/>
              </a:ext>
            </a:extLst>
          </p:cNvPr>
          <p:cNvCxnSpPr>
            <a:cxnSpLocks/>
          </p:cNvCxnSpPr>
          <p:nvPr/>
        </p:nvCxnSpPr>
        <p:spPr>
          <a:xfrm>
            <a:off x="7908544" y="1494506"/>
            <a:ext cx="498112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1" name="Ellipse 180">
            <a:extLst>
              <a:ext uri="{FF2B5EF4-FFF2-40B4-BE49-F238E27FC236}">
                <a16:creationId xmlns:a16="http://schemas.microsoft.com/office/drawing/2014/main" id="{0DA94D7A-0A06-158E-620A-4FEAAFB4685C}"/>
              </a:ext>
            </a:extLst>
          </p:cNvPr>
          <p:cNvSpPr/>
          <p:nvPr/>
        </p:nvSpPr>
        <p:spPr>
          <a:xfrm>
            <a:off x="7466434" y="1252040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Ellipse 184">
            <a:extLst>
              <a:ext uri="{FF2B5EF4-FFF2-40B4-BE49-F238E27FC236}">
                <a16:creationId xmlns:a16="http://schemas.microsoft.com/office/drawing/2014/main" id="{8924D22B-6010-8BF0-D12E-3A3D7E1C0E4B}"/>
              </a:ext>
            </a:extLst>
          </p:cNvPr>
          <p:cNvSpPr/>
          <p:nvPr/>
        </p:nvSpPr>
        <p:spPr>
          <a:xfrm>
            <a:off x="7595951" y="1471566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715C390C-5F4F-7D19-9C8D-FE70D6D1CED8}"/>
              </a:ext>
            </a:extLst>
          </p:cNvPr>
          <p:cNvSpPr/>
          <p:nvPr/>
        </p:nvSpPr>
        <p:spPr>
          <a:xfrm>
            <a:off x="7325304" y="1466062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8" name="Hexagone 187">
            <a:extLst>
              <a:ext uri="{FF2B5EF4-FFF2-40B4-BE49-F238E27FC236}">
                <a16:creationId xmlns:a16="http://schemas.microsoft.com/office/drawing/2014/main" id="{45442E2E-4FF3-FFCC-2C11-947D88AB4274}"/>
              </a:ext>
            </a:extLst>
          </p:cNvPr>
          <p:cNvSpPr/>
          <p:nvPr/>
        </p:nvSpPr>
        <p:spPr>
          <a:xfrm rot="5400000">
            <a:off x="8457853" y="1188506"/>
            <a:ext cx="648000" cy="612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F35FB64-D937-7180-182E-C7E8F616C61D}"/>
              </a:ext>
            </a:extLst>
          </p:cNvPr>
          <p:cNvSpPr/>
          <p:nvPr/>
        </p:nvSpPr>
        <p:spPr>
          <a:xfrm>
            <a:off x="8702466" y="1300645"/>
            <a:ext cx="180000" cy="36000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9" name="Hexagone 188">
            <a:extLst>
              <a:ext uri="{FF2B5EF4-FFF2-40B4-BE49-F238E27FC236}">
                <a16:creationId xmlns:a16="http://schemas.microsoft.com/office/drawing/2014/main" id="{152136E1-9741-3478-30B9-EC50B6DB8615}"/>
              </a:ext>
            </a:extLst>
          </p:cNvPr>
          <p:cNvSpPr/>
          <p:nvPr/>
        </p:nvSpPr>
        <p:spPr>
          <a:xfrm rot="5400000">
            <a:off x="7232434" y="2716966"/>
            <a:ext cx="648000" cy="612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0" name="Connecteur droit avec flèche 189">
            <a:extLst>
              <a:ext uri="{FF2B5EF4-FFF2-40B4-BE49-F238E27FC236}">
                <a16:creationId xmlns:a16="http://schemas.microsoft.com/office/drawing/2014/main" id="{906D5CAA-C3EB-46D4-03F5-A65450B29B87}"/>
              </a:ext>
            </a:extLst>
          </p:cNvPr>
          <p:cNvCxnSpPr>
            <a:cxnSpLocks/>
          </p:cNvCxnSpPr>
          <p:nvPr/>
        </p:nvCxnSpPr>
        <p:spPr>
          <a:xfrm>
            <a:off x="7966084" y="3030353"/>
            <a:ext cx="498112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" name="Hexagone 193">
            <a:extLst>
              <a:ext uri="{FF2B5EF4-FFF2-40B4-BE49-F238E27FC236}">
                <a16:creationId xmlns:a16="http://schemas.microsoft.com/office/drawing/2014/main" id="{D344D667-F166-754C-72D8-7A1E9F8213CE}"/>
              </a:ext>
            </a:extLst>
          </p:cNvPr>
          <p:cNvSpPr/>
          <p:nvPr/>
        </p:nvSpPr>
        <p:spPr>
          <a:xfrm rot="5400000">
            <a:off x="8457853" y="2724353"/>
            <a:ext cx="648000" cy="612000"/>
          </a:xfrm>
          <a:prstGeom prst="hexagon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A1E6D65-B66B-BF39-2C4D-07297240B83A}"/>
              </a:ext>
            </a:extLst>
          </p:cNvPr>
          <p:cNvSpPr/>
          <p:nvPr/>
        </p:nvSpPr>
        <p:spPr>
          <a:xfrm>
            <a:off x="7450928" y="2842966"/>
            <a:ext cx="180000" cy="36000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2FACDEED-1725-3EC2-7C6D-F052691A3E9F}"/>
              </a:ext>
            </a:extLst>
          </p:cNvPr>
          <p:cNvSpPr/>
          <p:nvPr/>
        </p:nvSpPr>
        <p:spPr>
          <a:xfrm>
            <a:off x="8691853" y="2815608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1AAA1306-6247-3864-D961-294983CDA4A3}"/>
              </a:ext>
            </a:extLst>
          </p:cNvPr>
          <p:cNvSpPr/>
          <p:nvPr/>
        </p:nvSpPr>
        <p:spPr>
          <a:xfrm>
            <a:off x="8831181" y="3022966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04D5B777-BC13-81D2-1FA7-722173BDB11B}"/>
              </a:ext>
            </a:extLst>
          </p:cNvPr>
          <p:cNvSpPr/>
          <p:nvPr/>
        </p:nvSpPr>
        <p:spPr>
          <a:xfrm>
            <a:off x="8558018" y="3022966"/>
            <a:ext cx="180000" cy="180000"/>
          </a:xfrm>
          <a:prstGeom prst="ellipse">
            <a:avLst/>
          </a:prstGeom>
          <a:blipFill>
            <a:blip r:embed="rId6"/>
            <a:tile tx="0" ty="0" sx="100000" sy="100000" flip="none" algn="tl"/>
          </a:blipFill>
          <a:ln w="127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6" name="Parchemin : vertical 195">
            <a:extLst>
              <a:ext uri="{FF2B5EF4-FFF2-40B4-BE49-F238E27FC236}">
                <a16:creationId xmlns:a16="http://schemas.microsoft.com/office/drawing/2014/main" id="{2F6C37C9-575A-0A74-5C22-702F6ADC8D15}"/>
              </a:ext>
            </a:extLst>
          </p:cNvPr>
          <p:cNvSpPr/>
          <p:nvPr/>
        </p:nvSpPr>
        <p:spPr>
          <a:xfrm>
            <a:off x="5945584" y="4558266"/>
            <a:ext cx="1620000" cy="493269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Version 3</a:t>
            </a:r>
          </a:p>
        </p:txBody>
      </p:sp>
      <p:sp>
        <p:nvSpPr>
          <p:cNvPr id="198" name="Parchemin : vertical 197">
            <a:extLst>
              <a:ext uri="{FF2B5EF4-FFF2-40B4-BE49-F238E27FC236}">
                <a16:creationId xmlns:a16="http://schemas.microsoft.com/office/drawing/2014/main" id="{52D480EA-AD73-2438-A9D2-3AC0BA95D03E}"/>
              </a:ext>
            </a:extLst>
          </p:cNvPr>
          <p:cNvSpPr/>
          <p:nvPr/>
        </p:nvSpPr>
        <p:spPr>
          <a:xfrm>
            <a:off x="592219" y="4331117"/>
            <a:ext cx="4777047" cy="1181762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Faut-il des cartes avec « OU » ?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Faut-il uniquement des cartes séparées ?</a:t>
            </a:r>
          </a:p>
        </p:txBody>
      </p:sp>
    </p:spTree>
    <p:extLst>
      <p:ext uri="{BB962C8B-B14F-4D97-AF65-F5344CB8AC3E}">
        <p14:creationId xmlns:p14="http://schemas.microsoft.com/office/powerpoint/2010/main" val="278419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2679-C4EF-95BE-6B48-7D6CA5C1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archemin : vertical 53">
            <a:extLst>
              <a:ext uri="{FF2B5EF4-FFF2-40B4-BE49-F238E27FC236}">
                <a16:creationId xmlns:a16="http://schemas.microsoft.com/office/drawing/2014/main" id="{A0823A5A-86BE-9A53-6662-0E2131747A3C}"/>
              </a:ext>
            </a:extLst>
          </p:cNvPr>
          <p:cNvSpPr/>
          <p:nvPr/>
        </p:nvSpPr>
        <p:spPr>
          <a:xfrm>
            <a:off x="300989" y="5911557"/>
            <a:ext cx="1620000" cy="493269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Version 4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E8497C52-71A3-9A1C-4484-32CA249313CA}"/>
              </a:ext>
            </a:extLst>
          </p:cNvPr>
          <p:cNvGrpSpPr/>
          <p:nvPr/>
        </p:nvGrpSpPr>
        <p:grpSpPr>
          <a:xfrm>
            <a:off x="8361565" y="666160"/>
            <a:ext cx="2124000" cy="3312000"/>
            <a:chOff x="8320607" y="666160"/>
            <a:chExt cx="2124000" cy="3312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7327380-E34E-24E8-6E54-C98D198B6CD0}"/>
                </a:ext>
              </a:extLst>
            </p:cNvPr>
            <p:cNvSpPr/>
            <p:nvPr/>
          </p:nvSpPr>
          <p:spPr>
            <a:xfrm>
              <a:off x="8320607" y="666160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D07E43-7B4A-3B3A-E62E-27CEDE2AB57B}"/>
                </a:ext>
              </a:extLst>
            </p:cNvPr>
            <p:cNvSpPr/>
            <p:nvPr/>
          </p:nvSpPr>
          <p:spPr>
            <a:xfrm>
              <a:off x="8320607" y="666160"/>
              <a:ext cx="2124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 Officier</a:t>
              </a:r>
            </a:p>
          </p:txBody>
        </p:sp>
        <p:sp>
          <p:nvSpPr>
            <p:cNvPr id="7" name="Cercle : creux 6">
              <a:extLst>
                <a:ext uri="{FF2B5EF4-FFF2-40B4-BE49-F238E27FC236}">
                  <a16:creationId xmlns:a16="http://schemas.microsoft.com/office/drawing/2014/main" id="{F9FA84BF-B764-3EE2-C1DF-89431AD35846}"/>
                </a:ext>
              </a:extLst>
            </p:cNvPr>
            <p:cNvSpPr/>
            <p:nvPr/>
          </p:nvSpPr>
          <p:spPr>
            <a:xfrm>
              <a:off x="8370616" y="3534180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</a:t>
              </a:r>
            </a:p>
          </p:txBody>
        </p:sp>
        <p:sp>
          <p:nvSpPr>
            <p:cNvPr id="16" name="Hexagone 15">
              <a:extLst>
                <a:ext uri="{FF2B5EF4-FFF2-40B4-BE49-F238E27FC236}">
                  <a16:creationId xmlns:a16="http://schemas.microsoft.com/office/drawing/2014/main" id="{6A23CF8C-8C20-1AC2-5DB3-DF8479CB534A}"/>
                </a:ext>
              </a:extLst>
            </p:cNvPr>
            <p:cNvSpPr/>
            <p:nvPr/>
          </p:nvSpPr>
          <p:spPr>
            <a:xfrm rot="5400000">
              <a:off x="9506115" y="3488560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Hexagone 16">
              <a:extLst>
                <a:ext uri="{FF2B5EF4-FFF2-40B4-BE49-F238E27FC236}">
                  <a16:creationId xmlns:a16="http://schemas.microsoft.com/office/drawing/2014/main" id="{AB10B734-158B-7632-FD4A-EEF09304F04E}"/>
                </a:ext>
              </a:extLst>
            </p:cNvPr>
            <p:cNvSpPr/>
            <p:nvPr/>
          </p:nvSpPr>
          <p:spPr>
            <a:xfrm rot="5400000">
              <a:off x="9092612" y="3488560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D6FA146B-43DF-A87A-F286-4236A18C6D18}"/>
                </a:ext>
              </a:extLst>
            </p:cNvPr>
            <p:cNvCxnSpPr>
              <a:cxnSpLocks/>
            </p:cNvCxnSpPr>
            <p:nvPr/>
          </p:nvCxnSpPr>
          <p:spPr>
            <a:xfrm>
              <a:off x="9292553" y="3675810"/>
              <a:ext cx="50489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DAAA2782-C2D0-3DD4-C7D5-E3CB42D5D162}"/>
                </a:ext>
              </a:extLst>
            </p:cNvPr>
            <p:cNvSpPr txBox="1"/>
            <p:nvPr/>
          </p:nvSpPr>
          <p:spPr>
            <a:xfrm>
              <a:off x="8441533" y="1200900"/>
              <a:ext cx="18496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1 tuile</a:t>
              </a:r>
            </a:p>
          </p:txBody>
        </p:sp>
        <p:pic>
          <p:nvPicPr>
            <p:cNvPr id="26" name="Image 25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4D9CEA79-297A-D7E7-42B5-2FC35E51B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03" t="15463" r="18993" b="12351"/>
            <a:stretch>
              <a:fillRect/>
            </a:stretch>
          </p:blipFill>
          <p:spPr>
            <a:xfrm>
              <a:off x="8662211" y="1665874"/>
              <a:ext cx="1408308" cy="1644955"/>
            </a:xfrm>
            <a:prstGeom prst="rect">
              <a:avLst/>
            </a:prstGeom>
          </p:spPr>
        </p:pic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3E85DCD7-F0AF-3030-F2A4-D377407C8D2E}"/>
              </a:ext>
            </a:extLst>
          </p:cNvPr>
          <p:cNvGrpSpPr/>
          <p:nvPr/>
        </p:nvGrpSpPr>
        <p:grpSpPr>
          <a:xfrm>
            <a:off x="936187" y="666160"/>
            <a:ext cx="2124000" cy="3312000"/>
            <a:chOff x="964253" y="675992"/>
            <a:chExt cx="2124000" cy="331200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3B66A4A-479E-3216-7096-55208B53972B}"/>
                </a:ext>
              </a:extLst>
            </p:cNvPr>
            <p:cNvSpPr/>
            <p:nvPr/>
          </p:nvSpPr>
          <p:spPr>
            <a:xfrm>
              <a:off x="964253" y="67599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B427174-F189-5205-54BA-C641FA981B4E}"/>
                </a:ext>
              </a:extLst>
            </p:cNvPr>
            <p:cNvSpPr/>
            <p:nvPr/>
          </p:nvSpPr>
          <p:spPr>
            <a:xfrm>
              <a:off x="964253" y="675992"/>
              <a:ext cx="2124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 Officier</a:t>
              </a:r>
            </a:p>
          </p:txBody>
        </p:sp>
        <p:sp>
          <p:nvSpPr>
            <p:cNvPr id="136" name="Cercle : creux 135">
              <a:extLst>
                <a:ext uri="{FF2B5EF4-FFF2-40B4-BE49-F238E27FC236}">
                  <a16:creationId xmlns:a16="http://schemas.microsoft.com/office/drawing/2014/main" id="{81C07EBD-A9D7-2F9D-C2AD-970EC7870B79}"/>
                </a:ext>
              </a:extLst>
            </p:cNvPr>
            <p:cNvSpPr/>
            <p:nvPr/>
          </p:nvSpPr>
          <p:spPr>
            <a:xfrm>
              <a:off x="1044995" y="3506750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38" name="ZoneTexte 137">
              <a:extLst>
                <a:ext uri="{FF2B5EF4-FFF2-40B4-BE49-F238E27FC236}">
                  <a16:creationId xmlns:a16="http://schemas.microsoft.com/office/drawing/2014/main" id="{05497DB3-2AAD-B11E-41AB-F5A632D53A49}"/>
                </a:ext>
              </a:extLst>
            </p:cNvPr>
            <p:cNvSpPr txBox="1"/>
            <p:nvPr/>
          </p:nvSpPr>
          <p:spPr>
            <a:xfrm>
              <a:off x="1533776" y="3417406"/>
              <a:ext cx="616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Segoe UI" panose="020B0502040204020203" pitchFamily="34" charset="0"/>
                  <a:cs typeface="Segoe UI" panose="020B0502040204020203" pitchFamily="34" charset="0"/>
                </a:rPr>
                <a:t>T2 :</a:t>
              </a:r>
            </a:p>
          </p:txBody>
        </p:sp>
        <p:sp>
          <p:nvSpPr>
            <p:cNvPr id="139" name="Signe Plus 138">
              <a:extLst>
                <a:ext uri="{FF2B5EF4-FFF2-40B4-BE49-F238E27FC236}">
                  <a16:creationId xmlns:a16="http://schemas.microsoft.com/office/drawing/2014/main" id="{8C9B14A1-BEFD-FECF-F091-491D8FB64907}"/>
                </a:ext>
              </a:extLst>
            </p:cNvPr>
            <p:cNvSpPr/>
            <p:nvPr/>
          </p:nvSpPr>
          <p:spPr>
            <a:xfrm>
              <a:off x="2046793" y="3479137"/>
              <a:ext cx="252000" cy="252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0" name="Hexagone 139">
              <a:extLst>
                <a:ext uri="{FF2B5EF4-FFF2-40B4-BE49-F238E27FC236}">
                  <a16:creationId xmlns:a16="http://schemas.microsoft.com/office/drawing/2014/main" id="{056B4954-99E3-82CE-1F58-5B16B95C7CB9}"/>
                </a:ext>
              </a:extLst>
            </p:cNvPr>
            <p:cNvSpPr/>
            <p:nvPr/>
          </p:nvSpPr>
          <p:spPr>
            <a:xfrm rot="5400000">
              <a:off x="2387829" y="2909096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1" name="Hexagone 140">
              <a:extLst>
                <a:ext uri="{FF2B5EF4-FFF2-40B4-BE49-F238E27FC236}">
                  <a16:creationId xmlns:a16="http://schemas.microsoft.com/office/drawing/2014/main" id="{BA13DDF2-5FDC-4158-2071-6F7C5F813877}"/>
                </a:ext>
              </a:extLst>
            </p:cNvPr>
            <p:cNvSpPr/>
            <p:nvPr/>
          </p:nvSpPr>
          <p:spPr>
            <a:xfrm rot="5400000">
              <a:off x="1978554" y="2909096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2" name="Hexagone 141">
              <a:extLst>
                <a:ext uri="{FF2B5EF4-FFF2-40B4-BE49-F238E27FC236}">
                  <a16:creationId xmlns:a16="http://schemas.microsoft.com/office/drawing/2014/main" id="{478AB90A-877C-68CE-605D-A3C0A60919DD}"/>
                </a:ext>
              </a:extLst>
            </p:cNvPr>
            <p:cNvSpPr/>
            <p:nvPr/>
          </p:nvSpPr>
          <p:spPr>
            <a:xfrm rot="5400000">
              <a:off x="1569279" y="2919029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3" name="Hexagone 142">
              <a:extLst>
                <a:ext uri="{FF2B5EF4-FFF2-40B4-BE49-F238E27FC236}">
                  <a16:creationId xmlns:a16="http://schemas.microsoft.com/office/drawing/2014/main" id="{04B6FC25-62A4-A5BC-4E00-5D10A6D53B5A}"/>
                </a:ext>
              </a:extLst>
            </p:cNvPr>
            <p:cNvSpPr/>
            <p:nvPr/>
          </p:nvSpPr>
          <p:spPr>
            <a:xfrm rot="5400000">
              <a:off x="1155776" y="291902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6" name="Hexagone 145">
              <a:extLst>
                <a:ext uri="{FF2B5EF4-FFF2-40B4-BE49-F238E27FC236}">
                  <a16:creationId xmlns:a16="http://schemas.microsoft.com/office/drawing/2014/main" id="{AA54BA70-DA61-EB55-7A14-AB92C732AD95}"/>
                </a:ext>
              </a:extLst>
            </p:cNvPr>
            <p:cNvSpPr/>
            <p:nvPr/>
          </p:nvSpPr>
          <p:spPr>
            <a:xfrm rot="5400000">
              <a:off x="2383903" y="3435406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61" name="Connecteur droit avec flèche 160">
              <a:extLst>
                <a:ext uri="{FF2B5EF4-FFF2-40B4-BE49-F238E27FC236}">
                  <a16:creationId xmlns:a16="http://schemas.microsoft.com/office/drawing/2014/main" id="{C29E3624-965C-E8F0-F3E0-1DCF7FF75357}"/>
                </a:ext>
              </a:extLst>
            </p:cNvPr>
            <p:cNvCxnSpPr>
              <a:cxnSpLocks/>
            </p:cNvCxnSpPr>
            <p:nvPr/>
          </p:nvCxnSpPr>
          <p:spPr>
            <a:xfrm>
              <a:off x="1373676" y="3093070"/>
              <a:ext cx="126930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F8E50B4-E9D2-8E70-A8F9-24FBB9BE1FA8}"/>
                </a:ext>
              </a:extLst>
            </p:cNvPr>
            <p:cNvSpPr txBox="1"/>
            <p:nvPr/>
          </p:nvSpPr>
          <p:spPr>
            <a:xfrm>
              <a:off x="1016884" y="1191881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3 tuiles</a:t>
              </a:r>
            </a:p>
          </p:txBody>
        </p:sp>
        <p:pic>
          <p:nvPicPr>
            <p:cNvPr id="27" name="Image 2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8A19C0FA-A105-F7CE-98E1-6378EA7BE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1044995" y="1711934"/>
              <a:ext cx="1133030" cy="981962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673F8BBF-C21E-1F67-6B73-6A6E7E5A0EBC}"/>
                </a:ext>
              </a:extLst>
            </p:cNvPr>
            <p:cNvSpPr txBox="1"/>
            <p:nvPr/>
          </p:nvSpPr>
          <p:spPr>
            <a:xfrm>
              <a:off x="2143433" y="1713265"/>
              <a:ext cx="92811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une tuile en partant d’une « tuile 2 »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6E7F1672-A665-F7A6-12BE-AF9B88E2D5B4}"/>
              </a:ext>
            </a:extLst>
          </p:cNvPr>
          <p:cNvGrpSpPr/>
          <p:nvPr/>
        </p:nvGrpSpPr>
        <p:grpSpPr>
          <a:xfrm>
            <a:off x="3402994" y="666160"/>
            <a:ext cx="2131344" cy="3312000"/>
            <a:chOff x="3407500" y="668808"/>
            <a:chExt cx="2131344" cy="3312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CBDFCBD-48D9-9CDF-EC20-C6D59F2B4D2D}"/>
                </a:ext>
              </a:extLst>
            </p:cNvPr>
            <p:cNvSpPr/>
            <p:nvPr/>
          </p:nvSpPr>
          <p:spPr>
            <a:xfrm>
              <a:off x="3407500" y="668808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E926DFA-495A-9205-971C-DBE3163423B8}"/>
                </a:ext>
              </a:extLst>
            </p:cNvPr>
            <p:cNvSpPr/>
            <p:nvPr/>
          </p:nvSpPr>
          <p:spPr>
            <a:xfrm>
              <a:off x="3407500" y="668808"/>
              <a:ext cx="2124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 Officier</a:t>
              </a:r>
            </a:p>
          </p:txBody>
        </p:sp>
        <p:sp>
          <p:nvSpPr>
            <p:cNvPr id="32" name="Cercle : creux 31">
              <a:extLst>
                <a:ext uri="{FF2B5EF4-FFF2-40B4-BE49-F238E27FC236}">
                  <a16:creationId xmlns:a16="http://schemas.microsoft.com/office/drawing/2014/main" id="{C91810E8-14BB-BC40-A35A-604C224F25CE}"/>
                </a:ext>
              </a:extLst>
            </p:cNvPr>
            <p:cNvSpPr/>
            <p:nvPr/>
          </p:nvSpPr>
          <p:spPr>
            <a:xfrm>
              <a:off x="3477972" y="3499566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AE76917-F2CD-54A0-4DC3-A2DF8D2DFD88}"/>
                </a:ext>
              </a:extLst>
            </p:cNvPr>
            <p:cNvSpPr txBox="1"/>
            <p:nvPr/>
          </p:nvSpPr>
          <p:spPr>
            <a:xfrm>
              <a:off x="3966753" y="3410222"/>
              <a:ext cx="616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Segoe UI" panose="020B0502040204020203" pitchFamily="34" charset="0"/>
                  <a:cs typeface="Segoe UI" panose="020B0502040204020203" pitchFamily="34" charset="0"/>
                </a:rPr>
                <a:t>T2 :</a:t>
              </a:r>
            </a:p>
          </p:txBody>
        </p:sp>
        <p:sp>
          <p:nvSpPr>
            <p:cNvPr id="34" name="Signe Plus 33">
              <a:extLst>
                <a:ext uri="{FF2B5EF4-FFF2-40B4-BE49-F238E27FC236}">
                  <a16:creationId xmlns:a16="http://schemas.microsoft.com/office/drawing/2014/main" id="{5E69588B-006D-35B9-0CE0-E7C683EFECD2}"/>
                </a:ext>
              </a:extLst>
            </p:cNvPr>
            <p:cNvSpPr/>
            <p:nvPr/>
          </p:nvSpPr>
          <p:spPr>
            <a:xfrm>
              <a:off x="4479770" y="3471953"/>
              <a:ext cx="252000" cy="252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Hexagone 34">
              <a:extLst>
                <a:ext uri="{FF2B5EF4-FFF2-40B4-BE49-F238E27FC236}">
                  <a16:creationId xmlns:a16="http://schemas.microsoft.com/office/drawing/2014/main" id="{BC7D9E92-69D8-B77F-CED3-46BCFA574D18}"/>
                </a:ext>
              </a:extLst>
            </p:cNvPr>
            <p:cNvSpPr/>
            <p:nvPr/>
          </p:nvSpPr>
          <p:spPr>
            <a:xfrm rot="5400000">
              <a:off x="4679626" y="2910621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Hexagone 35">
              <a:extLst>
                <a:ext uri="{FF2B5EF4-FFF2-40B4-BE49-F238E27FC236}">
                  <a16:creationId xmlns:a16="http://schemas.microsoft.com/office/drawing/2014/main" id="{C5FCD41B-1FCE-8B31-0CF8-E735A5CCE2BA}"/>
                </a:ext>
              </a:extLst>
            </p:cNvPr>
            <p:cNvSpPr/>
            <p:nvPr/>
          </p:nvSpPr>
          <p:spPr>
            <a:xfrm rot="5400000">
              <a:off x="4270351" y="2910621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Hexagone 38">
              <a:extLst>
                <a:ext uri="{FF2B5EF4-FFF2-40B4-BE49-F238E27FC236}">
                  <a16:creationId xmlns:a16="http://schemas.microsoft.com/office/drawing/2014/main" id="{4408FE22-0864-5F5E-1A57-DB907529ECD1}"/>
                </a:ext>
              </a:extLst>
            </p:cNvPr>
            <p:cNvSpPr/>
            <p:nvPr/>
          </p:nvSpPr>
          <p:spPr>
            <a:xfrm rot="5400000">
              <a:off x="3861076" y="2909096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Hexagone 39">
              <a:extLst>
                <a:ext uri="{FF2B5EF4-FFF2-40B4-BE49-F238E27FC236}">
                  <a16:creationId xmlns:a16="http://schemas.microsoft.com/office/drawing/2014/main" id="{24F19479-5527-77AC-C446-D9C36B2DA6E3}"/>
                </a:ext>
              </a:extLst>
            </p:cNvPr>
            <p:cNvSpPr/>
            <p:nvPr/>
          </p:nvSpPr>
          <p:spPr>
            <a:xfrm rot="5400000">
              <a:off x="4816880" y="3428222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5EAA741A-C23A-B871-AC6E-CFED5D0B50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9076" y="3094595"/>
              <a:ext cx="875706" cy="321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1836526D-2B59-F50E-83F3-A5EF9E301483}"/>
                </a:ext>
              </a:extLst>
            </p:cNvPr>
            <p:cNvSpPr txBox="1"/>
            <p:nvPr/>
          </p:nvSpPr>
          <p:spPr>
            <a:xfrm>
              <a:off x="3449861" y="1184697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2 tuiles</a:t>
              </a:r>
            </a:p>
          </p:txBody>
        </p:sp>
        <p:pic>
          <p:nvPicPr>
            <p:cNvPr id="47" name="Image 4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0527C63D-3EC5-EEA9-A5E8-90AD45E30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3477972" y="1704750"/>
              <a:ext cx="1133030" cy="981962"/>
            </a:xfrm>
            <a:prstGeom prst="rect">
              <a:avLst/>
            </a:prstGeom>
          </p:spPr>
        </p:pic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BDB70F26-D652-FB2C-43F0-074E631D244D}"/>
                </a:ext>
              </a:extLst>
            </p:cNvPr>
            <p:cNvSpPr txBox="1"/>
            <p:nvPr/>
          </p:nvSpPr>
          <p:spPr>
            <a:xfrm>
              <a:off x="4576409" y="1706081"/>
              <a:ext cx="9624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une tuile en partant d’une « tuile 2 »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017B3170-D423-F43A-C36F-38FF4FAF1BA2}"/>
              </a:ext>
            </a:extLst>
          </p:cNvPr>
          <p:cNvGrpSpPr/>
          <p:nvPr/>
        </p:nvGrpSpPr>
        <p:grpSpPr>
          <a:xfrm>
            <a:off x="5877145" y="666160"/>
            <a:ext cx="2141614" cy="3312000"/>
            <a:chOff x="5790181" y="675992"/>
            <a:chExt cx="2141614" cy="3312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077260A-82A5-1B26-A538-CB3D42CC5592}"/>
                </a:ext>
              </a:extLst>
            </p:cNvPr>
            <p:cNvSpPr/>
            <p:nvPr/>
          </p:nvSpPr>
          <p:spPr>
            <a:xfrm>
              <a:off x="5790181" y="67599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62E2D4F-450E-2987-B2C9-4C828FBE0E5A}"/>
                </a:ext>
              </a:extLst>
            </p:cNvPr>
            <p:cNvSpPr/>
            <p:nvPr/>
          </p:nvSpPr>
          <p:spPr>
            <a:xfrm>
              <a:off x="5790181" y="675992"/>
              <a:ext cx="2124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 Officier</a:t>
              </a:r>
            </a:p>
          </p:txBody>
        </p:sp>
        <p:sp>
          <p:nvSpPr>
            <p:cNvPr id="57" name="Cercle : creux 56">
              <a:extLst>
                <a:ext uri="{FF2B5EF4-FFF2-40B4-BE49-F238E27FC236}">
                  <a16:creationId xmlns:a16="http://schemas.microsoft.com/office/drawing/2014/main" id="{0A218956-C639-3E91-E0FD-D27A28FDC4E2}"/>
                </a:ext>
              </a:extLst>
            </p:cNvPr>
            <p:cNvSpPr/>
            <p:nvPr/>
          </p:nvSpPr>
          <p:spPr>
            <a:xfrm>
              <a:off x="5870923" y="3506750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58" name="ZoneTexte 57">
              <a:extLst>
                <a:ext uri="{FF2B5EF4-FFF2-40B4-BE49-F238E27FC236}">
                  <a16:creationId xmlns:a16="http://schemas.microsoft.com/office/drawing/2014/main" id="{55D30D8B-9169-DB7D-5AEF-709BB275284A}"/>
                </a:ext>
              </a:extLst>
            </p:cNvPr>
            <p:cNvSpPr txBox="1"/>
            <p:nvPr/>
          </p:nvSpPr>
          <p:spPr>
            <a:xfrm>
              <a:off x="6359704" y="3417406"/>
              <a:ext cx="616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Segoe UI" panose="020B0502040204020203" pitchFamily="34" charset="0"/>
                  <a:cs typeface="Segoe UI" panose="020B0502040204020203" pitchFamily="34" charset="0"/>
                </a:rPr>
                <a:t>T2 :</a:t>
              </a:r>
            </a:p>
          </p:txBody>
        </p:sp>
        <p:sp>
          <p:nvSpPr>
            <p:cNvPr id="59" name="Signe Plus 58">
              <a:extLst>
                <a:ext uri="{FF2B5EF4-FFF2-40B4-BE49-F238E27FC236}">
                  <a16:creationId xmlns:a16="http://schemas.microsoft.com/office/drawing/2014/main" id="{A619C29D-9D56-E945-A4D3-22373F0CAA49}"/>
                </a:ext>
              </a:extLst>
            </p:cNvPr>
            <p:cNvSpPr/>
            <p:nvPr/>
          </p:nvSpPr>
          <p:spPr>
            <a:xfrm>
              <a:off x="6872721" y="3479137"/>
              <a:ext cx="252000" cy="252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Hexagone 59">
              <a:extLst>
                <a:ext uri="{FF2B5EF4-FFF2-40B4-BE49-F238E27FC236}">
                  <a16:creationId xmlns:a16="http://schemas.microsoft.com/office/drawing/2014/main" id="{8F5C6206-7355-BC30-D8EF-E26F0C4C1621}"/>
                </a:ext>
              </a:extLst>
            </p:cNvPr>
            <p:cNvSpPr/>
            <p:nvPr/>
          </p:nvSpPr>
          <p:spPr>
            <a:xfrm rot="5400000">
              <a:off x="6880449" y="2919029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Hexagone 61">
              <a:extLst>
                <a:ext uri="{FF2B5EF4-FFF2-40B4-BE49-F238E27FC236}">
                  <a16:creationId xmlns:a16="http://schemas.microsoft.com/office/drawing/2014/main" id="{944BF5CB-946E-986F-9488-667845B283B6}"/>
                </a:ext>
              </a:extLst>
            </p:cNvPr>
            <p:cNvSpPr/>
            <p:nvPr/>
          </p:nvSpPr>
          <p:spPr>
            <a:xfrm rot="5400000">
              <a:off x="6457808" y="2917424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Hexagone 62">
              <a:extLst>
                <a:ext uri="{FF2B5EF4-FFF2-40B4-BE49-F238E27FC236}">
                  <a16:creationId xmlns:a16="http://schemas.microsoft.com/office/drawing/2014/main" id="{A89183D8-7E1E-62A7-0F60-FF7B53A590A6}"/>
                </a:ext>
              </a:extLst>
            </p:cNvPr>
            <p:cNvSpPr/>
            <p:nvPr/>
          </p:nvSpPr>
          <p:spPr>
            <a:xfrm rot="5400000">
              <a:off x="7209831" y="3435406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1" name="Connecteur droit avec flèche 130">
              <a:extLst>
                <a:ext uri="{FF2B5EF4-FFF2-40B4-BE49-F238E27FC236}">
                  <a16:creationId xmlns:a16="http://schemas.microsoft.com/office/drawing/2014/main" id="{121B7FC6-1A12-6F54-CA4A-072AA0D2E17B}"/>
                </a:ext>
              </a:extLst>
            </p:cNvPr>
            <p:cNvCxnSpPr>
              <a:cxnSpLocks/>
            </p:cNvCxnSpPr>
            <p:nvPr/>
          </p:nvCxnSpPr>
          <p:spPr>
            <a:xfrm>
              <a:off x="6654184" y="3090320"/>
              <a:ext cx="481421" cy="1268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8D46610C-48BB-59B3-BE79-27277947DD4B}"/>
                </a:ext>
              </a:extLst>
            </p:cNvPr>
            <p:cNvSpPr txBox="1"/>
            <p:nvPr/>
          </p:nvSpPr>
          <p:spPr>
            <a:xfrm>
              <a:off x="5842812" y="1191881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1 tuile</a:t>
              </a:r>
            </a:p>
          </p:txBody>
        </p:sp>
        <p:pic>
          <p:nvPicPr>
            <p:cNvPr id="133" name="Image 132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3904BB82-28F1-B88B-66F1-4EBE460C2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5870923" y="1711934"/>
              <a:ext cx="1133030" cy="981962"/>
            </a:xfrm>
            <a:prstGeom prst="rect">
              <a:avLst/>
            </a:prstGeom>
          </p:spPr>
        </p:pic>
        <p:sp>
          <p:nvSpPr>
            <p:cNvPr id="134" name="ZoneTexte 133">
              <a:extLst>
                <a:ext uri="{FF2B5EF4-FFF2-40B4-BE49-F238E27FC236}">
                  <a16:creationId xmlns:a16="http://schemas.microsoft.com/office/drawing/2014/main" id="{00AB2E21-8073-19A6-151A-7A6A9EBE0077}"/>
                </a:ext>
              </a:extLst>
            </p:cNvPr>
            <p:cNvSpPr txBox="1"/>
            <p:nvPr/>
          </p:nvSpPr>
          <p:spPr>
            <a:xfrm>
              <a:off x="6969360" y="1713265"/>
              <a:ext cx="9624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une tuile en partant d’une « tuile 2 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897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0B68-7632-FA1D-7708-38C5C654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26F455A1-A68F-A8EC-61FC-A9B193C04B3B}"/>
              </a:ext>
            </a:extLst>
          </p:cNvPr>
          <p:cNvGrpSpPr/>
          <p:nvPr/>
        </p:nvGrpSpPr>
        <p:grpSpPr>
          <a:xfrm>
            <a:off x="6193101" y="848363"/>
            <a:ext cx="2124000" cy="3312000"/>
            <a:chOff x="6096000" y="400688"/>
            <a:chExt cx="2124000" cy="331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CF65410-E196-C12A-7BDC-1178E3AE2741}"/>
                </a:ext>
              </a:extLst>
            </p:cNvPr>
            <p:cNvSpPr/>
            <p:nvPr/>
          </p:nvSpPr>
          <p:spPr>
            <a:xfrm>
              <a:off x="6096000" y="400688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7670AB-A6A1-2BCC-4674-A1EB00134DE6}"/>
                </a:ext>
              </a:extLst>
            </p:cNvPr>
            <p:cNvSpPr/>
            <p:nvPr/>
          </p:nvSpPr>
          <p:spPr>
            <a:xfrm>
              <a:off x="6096000" y="400688"/>
              <a:ext cx="2124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Chevalier</a:t>
              </a:r>
            </a:p>
          </p:txBody>
        </p:sp>
        <p:sp>
          <p:nvSpPr>
            <p:cNvPr id="15" name="Cercle : creux 14">
              <a:extLst>
                <a:ext uri="{FF2B5EF4-FFF2-40B4-BE49-F238E27FC236}">
                  <a16:creationId xmlns:a16="http://schemas.microsoft.com/office/drawing/2014/main" id="{86C15204-B1BB-4A83-B44E-70A782C89F75}"/>
                </a:ext>
              </a:extLst>
            </p:cNvPr>
            <p:cNvSpPr/>
            <p:nvPr/>
          </p:nvSpPr>
          <p:spPr>
            <a:xfrm>
              <a:off x="6171730" y="3250648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pic>
          <p:nvPicPr>
            <p:cNvPr id="38" name="Image 37" descr="Une image contenant croquis, dessin, illustration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9B0E6C3E-970F-4E2F-88EB-970F2A8A8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76" t="6149" r="27002" b="4381"/>
            <a:stretch>
              <a:fillRect/>
            </a:stretch>
          </p:blipFill>
          <p:spPr>
            <a:xfrm>
              <a:off x="6688140" y="1640496"/>
              <a:ext cx="1096854" cy="1977665"/>
            </a:xfrm>
            <a:prstGeom prst="rect">
              <a:avLst/>
            </a:prstGeom>
          </p:spPr>
        </p:pic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038174EE-8FB2-21C0-140A-F60F5B679B54}"/>
                </a:ext>
              </a:extLst>
            </p:cNvPr>
            <p:cNvSpPr txBox="1"/>
            <p:nvPr/>
          </p:nvSpPr>
          <p:spPr>
            <a:xfrm>
              <a:off x="6290240" y="935268"/>
              <a:ext cx="1735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Recruter un chevalier vers une tuile avec baron ou donjon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4DA63760-5AA4-7681-DBC8-949D5D657420}"/>
              </a:ext>
            </a:extLst>
          </p:cNvPr>
          <p:cNvGrpSpPr/>
          <p:nvPr/>
        </p:nvGrpSpPr>
        <p:grpSpPr>
          <a:xfrm>
            <a:off x="8809222" y="848363"/>
            <a:ext cx="2124000" cy="3312000"/>
            <a:chOff x="8809222" y="401919"/>
            <a:chExt cx="2124000" cy="3312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7BDAE4F-CE30-E145-A3AC-AE64D5701AF6}"/>
                </a:ext>
              </a:extLst>
            </p:cNvPr>
            <p:cNvSpPr/>
            <p:nvPr/>
          </p:nvSpPr>
          <p:spPr>
            <a:xfrm>
              <a:off x="8809222" y="401919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C903D28-4A2B-7899-9295-EDDD2538DBDE}"/>
                </a:ext>
              </a:extLst>
            </p:cNvPr>
            <p:cNvSpPr/>
            <p:nvPr/>
          </p:nvSpPr>
          <p:spPr>
            <a:xfrm>
              <a:off x="8809222" y="401919"/>
              <a:ext cx="2124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Exiler Chevalier</a:t>
              </a:r>
            </a:p>
          </p:txBody>
        </p:sp>
        <p:sp>
          <p:nvSpPr>
            <p:cNvPr id="46" name="Cercle : creux 45">
              <a:extLst>
                <a:ext uri="{FF2B5EF4-FFF2-40B4-BE49-F238E27FC236}">
                  <a16:creationId xmlns:a16="http://schemas.microsoft.com/office/drawing/2014/main" id="{79823A94-9156-FD6E-D3A7-EB95279F0B1A}"/>
                </a:ext>
              </a:extLst>
            </p:cNvPr>
            <p:cNvSpPr/>
            <p:nvPr/>
          </p:nvSpPr>
          <p:spPr>
            <a:xfrm>
              <a:off x="8884952" y="325187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5487BA23-677A-DDE0-9B78-E64C0E9631C9}"/>
                </a:ext>
              </a:extLst>
            </p:cNvPr>
            <p:cNvSpPr txBox="1"/>
            <p:nvPr/>
          </p:nvSpPr>
          <p:spPr>
            <a:xfrm>
              <a:off x="8884953" y="877139"/>
              <a:ext cx="184702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Exiler un chevalier adverse de la tuile du baron vers une tuile adjacente à une montagne</a:t>
              </a:r>
            </a:p>
          </p:txBody>
        </p:sp>
        <p:pic>
          <p:nvPicPr>
            <p:cNvPr id="52" name="Image 51" descr="Une image contenant croquis, chaussures, dessin, illustration&#10;&#10;Le contenu généré par l’IA peut être incorrect.">
              <a:extLst>
                <a:ext uri="{FF2B5EF4-FFF2-40B4-BE49-F238E27FC236}">
                  <a16:creationId xmlns:a16="http://schemas.microsoft.com/office/drawing/2014/main" id="{23771347-95AA-8EA1-C8C1-16F8E55AC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24512" b="87988" l="26758" r="71875">
                          <a14:foregroundMark x1="53516" y1="31152" x2="51563" y2="25684"/>
                          <a14:foregroundMark x1="54014" y1="24607" x2="58008" y2="22852"/>
                          <a14:foregroundMark x1="58008" y1="22852" x2="62659" y2="24476"/>
                          <a14:foregroundMark x1="59806" y1="40775" x2="58398" y2="41797"/>
                          <a14:foregroundMark x1="58398" y1="41797" x2="52246" y2="36133"/>
                          <a14:foregroundMark x1="52246" y1="36133" x2="50977" y2="33984"/>
                          <a14:foregroundMark x1="69043" y1="59082" x2="68945" y2="59180"/>
                          <a14:foregroundMark x1="43262" y1="82422" x2="49512" y2="82715"/>
                          <a14:foregroundMark x1="49512" y1="82715" x2="47910" y2="85712"/>
                          <a14:foregroundMark x1="45139" y1="87738" x2="40332" y2="85449"/>
                          <a14:foregroundMark x1="40332" y1="85449" x2="44434" y2="82129"/>
                          <a14:foregroundMark x1="30957" y1="74707" x2="25391" y2="78027"/>
                          <a14:foregroundMark x1="25391" y1="78027" x2="26855" y2="84180"/>
                          <a14:foregroundMark x1="26855" y1="84180" x2="30078" y2="79395"/>
                          <a14:foregroundMark x1="30078" y1="79395" x2="30762" y2="74707"/>
                          <a14:foregroundMark x1="59180" y1="85449" x2="71875" y2="87109"/>
                          <a14:foregroundMark x1="71875" y1="87109" x2="66504" y2="84180"/>
                          <a14:foregroundMark x1="66504" y1="84180" x2="60840" y2="85352"/>
                          <a14:foregroundMark x1="62402" y1="24707" x2="66016" y2="29883"/>
                          <a14:foregroundMark x1="65844" y1="34953" x2="65820" y2="35645"/>
                          <a14:foregroundMark x1="66016" y1="29883" x2="65934" y2="32294"/>
                          <a14:foregroundMark x1="63718" y1="37174" x2="62598" y2="37988"/>
                          <a14:foregroundMark x1="65820" y1="35645" x2="64376" y2="36695"/>
                          <a14:foregroundMark x1="61230" y1="38477" x2="62402" y2="38379"/>
                          <a14:foregroundMark x1="54102" y1="24512" x2="52344" y2="25977"/>
                          <a14:foregroundMark x1="48145" y1="86426" x2="44824" y2="87988"/>
                          <a14:backgroundMark x1="48324" y1="86629" x2="51855" y2="84863"/>
                          <a14:backgroundMark x1="51855" y1="84863" x2="58008" y2="85254"/>
                          <a14:backgroundMark x1="58008" y1="85254" x2="50684" y2="89258"/>
                          <a14:backgroundMark x1="50684" y1="89258" x2="47023" y2="88716"/>
                          <a14:backgroundMark x1="51172" y1="25977" x2="52007" y2="25682"/>
                          <a14:backgroundMark x1="51890" y1="25580" x2="50977" y2="25977"/>
                          <a14:backgroundMark x1="58887" y1="39355" x2="59277" y2="39648"/>
                          <a14:backgroundMark x1="59570" y1="39746" x2="59180" y2="39258"/>
                          <a14:backgroundMark x1="61405" y1="40029" x2="61621" y2="40332"/>
                          <a14:backgroundMark x1="61426" y1="40234" x2="59766" y2="40723"/>
                          <a14:backgroundMark x1="61230" y1="40039" x2="61230" y2="40039"/>
                          <a14:backgroundMark x1="60840" y1="40039" x2="60840" y2="40039"/>
                          <a14:backgroundMark x1="66211" y1="32324" x2="65918" y2="34961"/>
                          <a14:backgroundMark x1="64355" y1="37109" x2="63965" y2="37402"/>
                          <a14:backgroundMark x1="64551" y1="36914" x2="63672" y2="37207"/>
                        </a14:backgroundRemoval>
                      </a14:imgEffect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94" t="21250" r="25695" b="9306"/>
            <a:stretch>
              <a:fillRect/>
            </a:stretch>
          </p:blipFill>
          <p:spPr>
            <a:xfrm>
              <a:off x="9370170" y="1652629"/>
              <a:ext cx="1437833" cy="1953578"/>
            </a:xfrm>
            <a:prstGeom prst="rect">
              <a:avLst/>
            </a:prstGeom>
          </p:spPr>
        </p:pic>
        <p:pic>
          <p:nvPicPr>
            <p:cNvPr id="53" name="Image 52" descr="Une image contenant art, nuit, laiton, léger&#10;&#10;Le contenu généré par l’IA peut être incorrect.">
              <a:extLst>
                <a:ext uri="{FF2B5EF4-FFF2-40B4-BE49-F238E27FC236}">
                  <a16:creationId xmlns:a16="http://schemas.microsoft.com/office/drawing/2014/main" id="{9F603C41-C641-E60F-94A7-31B6D7D9E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34"/>
            <a:stretch>
              <a:fillRect/>
            </a:stretch>
          </p:blipFill>
          <p:spPr>
            <a:xfrm>
              <a:off x="8975493" y="1954326"/>
              <a:ext cx="664136" cy="49922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4" name="Parchemin : vertical 53">
            <a:extLst>
              <a:ext uri="{FF2B5EF4-FFF2-40B4-BE49-F238E27FC236}">
                <a16:creationId xmlns:a16="http://schemas.microsoft.com/office/drawing/2014/main" id="{25AC02B6-6BEB-DEBD-16C0-71ADA2226E64}"/>
              </a:ext>
            </a:extLst>
          </p:cNvPr>
          <p:cNvSpPr/>
          <p:nvPr/>
        </p:nvSpPr>
        <p:spPr>
          <a:xfrm>
            <a:off x="378723" y="5964043"/>
            <a:ext cx="1620000" cy="493269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Version 4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B9B9AAF-17A5-977C-38D5-39AA03AB4D16}"/>
              </a:ext>
            </a:extLst>
          </p:cNvPr>
          <p:cNvGrpSpPr/>
          <p:nvPr/>
        </p:nvGrpSpPr>
        <p:grpSpPr>
          <a:xfrm>
            <a:off x="3576980" y="848363"/>
            <a:ext cx="2124000" cy="3312000"/>
            <a:chOff x="3510540" y="410435"/>
            <a:chExt cx="2124000" cy="3312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2EE68D3-177E-3D10-163E-C659BE51C153}"/>
                </a:ext>
              </a:extLst>
            </p:cNvPr>
            <p:cNvSpPr/>
            <p:nvPr/>
          </p:nvSpPr>
          <p:spPr>
            <a:xfrm>
              <a:off x="3510540" y="410435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6BB44F-AE76-4533-794B-432544D1D03E}"/>
                </a:ext>
              </a:extLst>
            </p:cNvPr>
            <p:cNvSpPr/>
            <p:nvPr/>
          </p:nvSpPr>
          <p:spPr>
            <a:xfrm>
              <a:off x="3510540" y="410435"/>
              <a:ext cx="2124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 Officier</a:t>
              </a:r>
            </a:p>
          </p:txBody>
        </p:sp>
        <p:sp>
          <p:nvSpPr>
            <p:cNvPr id="7" name="Cercle : creux 6">
              <a:extLst>
                <a:ext uri="{FF2B5EF4-FFF2-40B4-BE49-F238E27FC236}">
                  <a16:creationId xmlns:a16="http://schemas.microsoft.com/office/drawing/2014/main" id="{1DDB70EE-E736-85F9-356D-A079702443E3}"/>
                </a:ext>
              </a:extLst>
            </p:cNvPr>
            <p:cNvSpPr/>
            <p:nvPr/>
          </p:nvSpPr>
          <p:spPr>
            <a:xfrm>
              <a:off x="3560549" y="327845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</a:t>
              </a:r>
            </a:p>
          </p:txBody>
        </p:sp>
        <p:sp>
          <p:nvSpPr>
            <p:cNvPr id="16" name="Hexagone 15">
              <a:extLst>
                <a:ext uri="{FF2B5EF4-FFF2-40B4-BE49-F238E27FC236}">
                  <a16:creationId xmlns:a16="http://schemas.microsoft.com/office/drawing/2014/main" id="{A44202AD-0FC2-94DE-2184-73D1C6DB3C61}"/>
                </a:ext>
              </a:extLst>
            </p:cNvPr>
            <p:cNvSpPr/>
            <p:nvPr/>
          </p:nvSpPr>
          <p:spPr>
            <a:xfrm rot="5400000">
              <a:off x="4696048" y="3232835"/>
              <a:ext cx="396000" cy="360000"/>
            </a:xfrm>
            <a:prstGeom prst="hexagon">
              <a:avLst/>
            </a:prstGeom>
            <a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Hexagone 16">
              <a:extLst>
                <a:ext uri="{FF2B5EF4-FFF2-40B4-BE49-F238E27FC236}">
                  <a16:creationId xmlns:a16="http://schemas.microsoft.com/office/drawing/2014/main" id="{0DD9F742-1ECE-F8C0-CDC3-2ED46A654D87}"/>
                </a:ext>
              </a:extLst>
            </p:cNvPr>
            <p:cNvSpPr/>
            <p:nvPr/>
          </p:nvSpPr>
          <p:spPr>
            <a:xfrm rot="5400000">
              <a:off x="4282545" y="3232835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4EC241AA-F64F-19EA-68FE-6C8F882EBB73}"/>
                </a:ext>
              </a:extLst>
            </p:cNvPr>
            <p:cNvCxnSpPr>
              <a:cxnSpLocks/>
            </p:cNvCxnSpPr>
            <p:nvPr/>
          </p:nvCxnSpPr>
          <p:spPr>
            <a:xfrm>
              <a:off x="4482486" y="3420085"/>
              <a:ext cx="50489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10467A1A-9FCF-3330-DC43-C4AC3CC6B310}"/>
                </a:ext>
              </a:extLst>
            </p:cNvPr>
            <p:cNvSpPr txBox="1"/>
            <p:nvPr/>
          </p:nvSpPr>
          <p:spPr>
            <a:xfrm>
              <a:off x="3631466" y="945175"/>
              <a:ext cx="18496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1 tuile</a:t>
              </a:r>
            </a:p>
          </p:txBody>
        </p:sp>
        <p:pic>
          <p:nvPicPr>
            <p:cNvPr id="26" name="Image 25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3828FF85-515A-844E-3991-2BF70EBFE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03" t="15463" r="18993" b="12351"/>
            <a:stretch>
              <a:fillRect/>
            </a:stretch>
          </p:blipFill>
          <p:spPr>
            <a:xfrm>
              <a:off x="3852144" y="1410149"/>
              <a:ext cx="1408308" cy="1644955"/>
            </a:xfrm>
            <a:prstGeom prst="rect">
              <a:avLst/>
            </a:prstGeom>
          </p:spPr>
        </p:pic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EBFEF618-19FB-95E6-7634-6CE31232A89E}"/>
              </a:ext>
            </a:extLst>
          </p:cNvPr>
          <p:cNvGrpSpPr/>
          <p:nvPr/>
        </p:nvGrpSpPr>
        <p:grpSpPr>
          <a:xfrm>
            <a:off x="943245" y="848363"/>
            <a:ext cx="2141614" cy="3312000"/>
            <a:chOff x="943245" y="400688"/>
            <a:chExt cx="2141614" cy="331200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A3DAB77-6D93-D89F-79CE-122A5B5BA56C}"/>
                </a:ext>
              </a:extLst>
            </p:cNvPr>
            <p:cNvSpPr/>
            <p:nvPr/>
          </p:nvSpPr>
          <p:spPr>
            <a:xfrm>
              <a:off x="943245" y="400688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3E9C2E3-D509-4A78-0A02-CE28DD63FDE2}"/>
                </a:ext>
              </a:extLst>
            </p:cNvPr>
            <p:cNvSpPr/>
            <p:nvPr/>
          </p:nvSpPr>
          <p:spPr>
            <a:xfrm>
              <a:off x="943245" y="400688"/>
              <a:ext cx="2124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 Officier</a:t>
              </a:r>
            </a:p>
          </p:txBody>
        </p:sp>
        <p:sp>
          <p:nvSpPr>
            <p:cNvPr id="136" name="Cercle : creux 135">
              <a:extLst>
                <a:ext uri="{FF2B5EF4-FFF2-40B4-BE49-F238E27FC236}">
                  <a16:creationId xmlns:a16="http://schemas.microsoft.com/office/drawing/2014/main" id="{3237A24C-1FEF-6314-61E7-E413DF056965}"/>
                </a:ext>
              </a:extLst>
            </p:cNvPr>
            <p:cNvSpPr/>
            <p:nvPr/>
          </p:nvSpPr>
          <p:spPr>
            <a:xfrm>
              <a:off x="1023987" y="3231446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38" name="ZoneTexte 137">
              <a:extLst>
                <a:ext uri="{FF2B5EF4-FFF2-40B4-BE49-F238E27FC236}">
                  <a16:creationId xmlns:a16="http://schemas.microsoft.com/office/drawing/2014/main" id="{4DB423C5-628F-F9E0-EB85-E7B972A8844E}"/>
                </a:ext>
              </a:extLst>
            </p:cNvPr>
            <p:cNvSpPr txBox="1"/>
            <p:nvPr/>
          </p:nvSpPr>
          <p:spPr>
            <a:xfrm>
              <a:off x="1512768" y="3142102"/>
              <a:ext cx="616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Segoe UI" panose="020B0502040204020203" pitchFamily="34" charset="0"/>
                  <a:cs typeface="Segoe UI" panose="020B0502040204020203" pitchFamily="34" charset="0"/>
                </a:rPr>
                <a:t>T2 :</a:t>
              </a:r>
            </a:p>
          </p:txBody>
        </p:sp>
        <p:sp>
          <p:nvSpPr>
            <p:cNvPr id="139" name="Signe Plus 138">
              <a:extLst>
                <a:ext uri="{FF2B5EF4-FFF2-40B4-BE49-F238E27FC236}">
                  <a16:creationId xmlns:a16="http://schemas.microsoft.com/office/drawing/2014/main" id="{1121FB81-87DB-7435-99A1-7C76E0EAF2B4}"/>
                </a:ext>
              </a:extLst>
            </p:cNvPr>
            <p:cNvSpPr/>
            <p:nvPr/>
          </p:nvSpPr>
          <p:spPr>
            <a:xfrm>
              <a:off x="2025785" y="3203833"/>
              <a:ext cx="252000" cy="2520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0" name="Hexagone 139">
              <a:extLst>
                <a:ext uri="{FF2B5EF4-FFF2-40B4-BE49-F238E27FC236}">
                  <a16:creationId xmlns:a16="http://schemas.microsoft.com/office/drawing/2014/main" id="{360BD776-D808-0B51-BA01-E38C8B6EBE39}"/>
                </a:ext>
              </a:extLst>
            </p:cNvPr>
            <p:cNvSpPr/>
            <p:nvPr/>
          </p:nvSpPr>
          <p:spPr>
            <a:xfrm rot="5400000">
              <a:off x="2366821" y="2633792"/>
              <a:ext cx="396000" cy="360000"/>
            </a:xfrm>
            <a:prstGeom prst="hexagon">
              <a:avLst/>
            </a:prstGeom>
            <a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1" name="Hexagone 140">
              <a:extLst>
                <a:ext uri="{FF2B5EF4-FFF2-40B4-BE49-F238E27FC236}">
                  <a16:creationId xmlns:a16="http://schemas.microsoft.com/office/drawing/2014/main" id="{DF6BA45E-1766-A5FA-9CD6-69DB85AD125D}"/>
                </a:ext>
              </a:extLst>
            </p:cNvPr>
            <p:cNvSpPr/>
            <p:nvPr/>
          </p:nvSpPr>
          <p:spPr>
            <a:xfrm rot="5400000">
              <a:off x="1957546" y="2633792"/>
              <a:ext cx="396000" cy="360000"/>
            </a:xfrm>
            <a:prstGeom prst="hexagon">
              <a:avLst/>
            </a:prstGeom>
            <a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2" name="Hexagone 141">
              <a:extLst>
                <a:ext uri="{FF2B5EF4-FFF2-40B4-BE49-F238E27FC236}">
                  <a16:creationId xmlns:a16="http://schemas.microsoft.com/office/drawing/2014/main" id="{1BDE6D39-88CC-7F8A-2DD0-FC6C8373EF27}"/>
                </a:ext>
              </a:extLst>
            </p:cNvPr>
            <p:cNvSpPr/>
            <p:nvPr/>
          </p:nvSpPr>
          <p:spPr>
            <a:xfrm rot="5400000">
              <a:off x="1548271" y="2643725"/>
              <a:ext cx="396000" cy="360000"/>
            </a:xfrm>
            <a:prstGeom prst="hexagon">
              <a:avLst/>
            </a:prstGeom>
            <a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3" name="Hexagone 142">
              <a:extLst>
                <a:ext uri="{FF2B5EF4-FFF2-40B4-BE49-F238E27FC236}">
                  <a16:creationId xmlns:a16="http://schemas.microsoft.com/office/drawing/2014/main" id="{A854B9D2-6218-2778-24A5-E3B418293C2A}"/>
                </a:ext>
              </a:extLst>
            </p:cNvPr>
            <p:cNvSpPr/>
            <p:nvPr/>
          </p:nvSpPr>
          <p:spPr>
            <a:xfrm rot="5400000">
              <a:off x="1134768" y="2643725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6" name="Hexagone 145">
              <a:extLst>
                <a:ext uri="{FF2B5EF4-FFF2-40B4-BE49-F238E27FC236}">
                  <a16:creationId xmlns:a16="http://schemas.microsoft.com/office/drawing/2014/main" id="{DB92BB15-F2C8-7A54-73D2-A5AEA3AB3A1F}"/>
                </a:ext>
              </a:extLst>
            </p:cNvPr>
            <p:cNvSpPr/>
            <p:nvPr/>
          </p:nvSpPr>
          <p:spPr>
            <a:xfrm rot="5400000">
              <a:off x="2362895" y="3160102"/>
              <a:ext cx="396000" cy="360000"/>
            </a:xfrm>
            <a:prstGeom prst="hexagon">
              <a:avLst/>
            </a:prstGeom>
            <a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61" name="Connecteur droit avec flèche 160">
              <a:extLst>
                <a:ext uri="{FF2B5EF4-FFF2-40B4-BE49-F238E27FC236}">
                  <a16:creationId xmlns:a16="http://schemas.microsoft.com/office/drawing/2014/main" id="{419695C3-3605-9710-82FA-B2A99C5639F6}"/>
                </a:ext>
              </a:extLst>
            </p:cNvPr>
            <p:cNvCxnSpPr>
              <a:cxnSpLocks/>
            </p:cNvCxnSpPr>
            <p:nvPr/>
          </p:nvCxnSpPr>
          <p:spPr>
            <a:xfrm>
              <a:off x="1352668" y="2817766"/>
              <a:ext cx="126930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09073A57-4DBE-D798-9FF8-90DBCA070488}"/>
                </a:ext>
              </a:extLst>
            </p:cNvPr>
            <p:cNvSpPr txBox="1"/>
            <p:nvPr/>
          </p:nvSpPr>
          <p:spPr>
            <a:xfrm>
              <a:off x="995876" y="916577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3 tuiles</a:t>
              </a:r>
            </a:p>
          </p:txBody>
        </p:sp>
        <p:pic>
          <p:nvPicPr>
            <p:cNvPr id="27" name="Image 2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395B4F53-345D-DA6E-1315-C8D49CD80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1023987" y="1436630"/>
              <a:ext cx="1133030" cy="981962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6D3291D0-5C58-000F-038F-5BF6E3D6484D}"/>
                </a:ext>
              </a:extLst>
            </p:cNvPr>
            <p:cNvSpPr txBox="1"/>
            <p:nvPr/>
          </p:nvSpPr>
          <p:spPr>
            <a:xfrm>
              <a:off x="2122424" y="1437961"/>
              <a:ext cx="9624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une tuile en partant d’une « tuile 2 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3864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39CD-E592-6032-6B3E-E309331A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archemin : vertical 195">
            <a:extLst>
              <a:ext uri="{FF2B5EF4-FFF2-40B4-BE49-F238E27FC236}">
                <a16:creationId xmlns:a16="http://schemas.microsoft.com/office/drawing/2014/main" id="{4876ECD5-A681-9B69-0B13-34586BCB8D6F}"/>
              </a:ext>
            </a:extLst>
          </p:cNvPr>
          <p:cNvSpPr/>
          <p:nvPr/>
        </p:nvSpPr>
        <p:spPr>
          <a:xfrm>
            <a:off x="338064" y="5978184"/>
            <a:ext cx="1620000" cy="493269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Version 4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452A156-047C-A7F2-166D-D88053FDAF80}"/>
              </a:ext>
            </a:extLst>
          </p:cNvPr>
          <p:cNvGrpSpPr/>
          <p:nvPr/>
        </p:nvGrpSpPr>
        <p:grpSpPr>
          <a:xfrm>
            <a:off x="8735287" y="557331"/>
            <a:ext cx="2124000" cy="3312000"/>
            <a:chOff x="8535262" y="624006"/>
            <a:chExt cx="2124000" cy="33120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E5B1B14-B946-A365-36AC-7B4635C37801}"/>
                </a:ext>
              </a:extLst>
            </p:cNvPr>
            <p:cNvSpPr/>
            <p:nvPr/>
          </p:nvSpPr>
          <p:spPr>
            <a:xfrm>
              <a:off x="8535262" y="62400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4D73BC5-C39B-EE1A-19F4-5BCD18D2C120}"/>
                </a:ext>
              </a:extLst>
            </p:cNvPr>
            <p:cNvSpPr/>
            <p:nvPr/>
          </p:nvSpPr>
          <p:spPr>
            <a:xfrm>
              <a:off x="8535262" y="624006"/>
              <a:ext cx="2124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Troupes</a:t>
              </a:r>
            </a:p>
          </p:txBody>
        </p:sp>
        <p:sp>
          <p:nvSpPr>
            <p:cNvPr id="133" name="Cercle : creux 132">
              <a:extLst>
                <a:ext uri="{FF2B5EF4-FFF2-40B4-BE49-F238E27FC236}">
                  <a16:creationId xmlns:a16="http://schemas.microsoft.com/office/drawing/2014/main" id="{55F040D0-6814-1347-DBDD-665F10DFFE92}"/>
                </a:ext>
              </a:extLst>
            </p:cNvPr>
            <p:cNvSpPr/>
            <p:nvPr/>
          </p:nvSpPr>
          <p:spPr>
            <a:xfrm>
              <a:off x="8614235" y="3497623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48" name="Hexagone 147">
              <a:extLst>
                <a:ext uri="{FF2B5EF4-FFF2-40B4-BE49-F238E27FC236}">
                  <a16:creationId xmlns:a16="http://schemas.microsoft.com/office/drawing/2014/main" id="{99D09456-D2F1-4E0D-1B6E-C3006753F764}"/>
                </a:ext>
              </a:extLst>
            </p:cNvPr>
            <p:cNvSpPr/>
            <p:nvPr/>
          </p:nvSpPr>
          <p:spPr>
            <a:xfrm rot="5400000">
              <a:off x="9697808" y="287219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9" name="Ellipse 148">
              <a:extLst>
                <a:ext uri="{FF2B5EF4-FFF2-40B4-BE49-F238E27FC236}">
                  <a16:creationId xmlns:a16="http://schemas.microsoft.com/office/drawing/2014/main" id="{1B26FE77-7FF5-2FBF-40D2-1E61186D8344}"/>
                </a:ext>
              </a:extLst>
            </p:cNvPr>
            <p:cNvSpPr/>
            <p:nvPr/>
          </p:nvSpPr>
          <p:spPr>
            <a:xfrm>
              <a:off x="9008117" y="2872199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50" name="Connecteur droit avec flèche 149">
              <a:extLst>
                <a:ext uri="{FF2B5EF4-FFF2-40B4-BE49-F238E27FC236}">
                  <a16:creationId xmlns:a16="http://schemas.microsoft.com/office/drawing/2014/main" id="{36DED16B-6B28-6A56-55FC-34EBF56D3100}"/>
                </a:ext>
              </a:extLst>
            </p:cNvPr>
            <p:cNvCxnSpPr>
              <a:cxnSpLocks/>
            </p:cNvCxnSpPr>
            <p:nvPr/>
          </p:nvCxnSpPr>
          <p:spPr>
            <a:xfrm>
              <a:off x="9410378" y="3052199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A9DB8A99-ECD4-E802-5BA6-24ED6C1FC2E0}"/>
                </a:ext>
              </a:extLst>
            </p:cNvPr>
            <p:cNvSpPr txBox="1"/>
            <p:nvPr/>
          </p:nvSpPr>
          <p:spPr>
            <a:xfrm>
              <a:off x="8624555" y="1194970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1 troupe vers la tuile de commandement</a:t>
              </a:r>
            </a:p>
          </p:txBody>
        </p:sp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37465CFE-1104-35F4-D828-5A7057085AAC}"/>
                </a:ext>
              </a:extLst>
            </p:cNvPr>
            <p:cNvSpPr txBox="1"/>
            <p:nvPr/>
          </p:nvSpPr>
          <p:spPr>
            <a:xfrm>
              <a:off x="8624555" y="1735812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4A4C7D7F-D05E-3879-549B-77665B977663}"/>
              </a:ext>
            </a:extLst>
          </p:cNvPr>
          <p:cNvGrpSpPr/>
          <p:nvPr/>
        </p:nvGrpSpPr>
        <p:grpSpPr>
          <a:xfrm>
            <a:off x="908619" y="557331"/>
            <a:ext cx="2124000" cy="3312000"/>
            <a:chOff x="708594" y="663334"/>
            <a:chExt cx="2124000" cy="331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0E4B82-A01A-FE14-F2BE-DA510B7B7AD6}"/>
                </a:ext>
              </a:extLst>
            </p:cNvPr>
            <p:cNvSpPr/>
            <p:nvPr/>
          </p:nvSpPr>
          <p:spPr>
            <a:xfrm>
              <a:off x="708594" y="663334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2BE9D0-E58D-07B3-A710-73E19406F76A}"/>
                </a:ext>
              </a:extLst>
            </p:cNvPr>
            <p:cNvSpPr/>
            <p:nvPr/>
          </p:nvSpPr>
          <p:spPr>
            <a:xfrm>
              <a:off x="708594" y="663334"/>
              <a:ext cx="2124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Troupes</a:t>
              </a:r>
            </a:p>
          </p:txBody>
        </p:sp>
        <p:sp>
          <p:nvSpPr>
            <p:cNvPr id="11" name="Cercle : creux 10">
              <a:extLst>
                <a:ext uri="{FF2B5EF4-FFF2-40B4-BE49-F238E27FC236}">
                  <a16:creationId xmlns:a16="http://schemas.microsoft.com/office/drawing/2014/main" id="{95FD511F-E867-7FD6-7BF3-7066492EE5A1}"/>
                </a:ext>
              </a:extLst>
            </p:cNvPr>
            <p:cNvSpPr/>
            <p:nvPr/>
          </p:nvSpPr>
          <p:spPr>
            <a:xfrm>
              <a:off x="816757" y="3530837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DAA4A4D-9DDE-FE8F-579C-B9A5CBE543B3}"/>
                </a:ext>
              </a:extLst>
            </p:cNvPr>
            <p:cNvSpPr txBox="1"/>
            <p:nvPr/>
          </p:nvSpPr>
          <p:spPr>
            <a:xfrm>
              <a:off x="1245723" y="3512199"/>
              <a:ext cx="64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T1 :</a:t>
              </a:r>
            </a:p>
          </p:txBody>
        </p:sp>
        <p:sp>
          <p:nvSpPr>
            <p:cNvPr id="13" name="Signe Plus 12">
              <a:extLst>
                <a:ext uri="{FF2B5EF4-FFF2-40B4-BE49-F238E27FC236}">
                  <a16:creationId xmlns:a16="http://schemas.microsoft.com/office/drawing/2014/main" id="{185A85E3-2F72-D26D-FDD8-51C6596262F2}"/>
                </a:ext>
              </a:extLst>
            </p:cNvPr>
            <p:cNvSpPr/>
            <p:nvPr/>
          </p:nvSpPr>
          <p:spPr>
            <a:xfrm>
              <a:off x="1765617" y="3589757"/>
              <a:ext cx="252000" cy="252000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Hexagone 13">
              <a:extLst>
                <a:ext uri="{FF2B5EF4-FFF2-40B4-BE49-F238E27FC236}">
                  <a16:creationId xmlns:a16="http://schemas.microsoft.com/office/drawing/2014/main" id="{F8849434-526F-F41B-DE35-D575A7B8712A}"/>
                </a:ext>
              </a:extLst>
            </p:cNvPr>
            <p:cNvSpPr/>
            <p:nvPr/>
          </p:nvSpPr>
          <p:spPr>
            <a:xfrm rot="5400000">
              <a:off x="2287377" y="294843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7378C27E-EDED-A1A9-01DE-B4DEEE7EF7B6}"/>
                </a:ext>
              </a:extLst>
            </p:cNvPr>
            <p:cNvSpPr/>
            <p:nvPr/>
          </p:nvSpPr>
          <p:spPr>
            <a:xfrm>
              <a:off x="868540" y="2948439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66FAFFF-4241-C013-18F2-BC2EC9719D5E}"/>
                </a:ext>
              </a:extLst>
            </p:cNvPr>
            <p:cNvSpPr/>
            <p:nvPr/>
          </p:nvSpPr>
          <p:spPr>
            <a:xfrm>
              <a:off x="1234866" y="2948439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90F0B30B-3E3B-4BA8-FF5D-80EFE0DB45EA}"/>
                </a:ext>
              </a:extLst>
            </p:cNvPr>
            <p:cNvSpPr/>
            <p:nvPr/>
          </p:nvSpPr>
          <p:spPr>
            <a:xfrm>
              <a:off x="1597686" y="2948439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2197217F-0BFD-CECA-B131-BFB6011BC4B4}"/>
                </a:ext>
              </a:extLst>
            </p:cNvPr>
            <p:cNvSpPr/>
            <p:nvPr/>
          </p:nvSpPr>
          <p:spPr>
            <a:xfrm>
              <a:off x="2059126" y="353575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7D9CF1B5-7CA4-3EA8-E093-9F95E3CC748C}"/>
                </a:ext>
              </a:extLst>
            </p:cNvPr>
            <p:cNvCxnSpPr>
              <a:cxnSpLocks/>
            </p:cNvCxnSpPr>
            <p:nvPr/>
          </p:nvCxnSpPr>
          <p:spPr>
            <a:xfrm>
              <a:off x="1999947" y="3128439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2" name="ZoneTexte 151">
              <a:extLst>
                <a:ext uri="{FF2B5EF4-FFF2-40B4-BE49-F238E27FC236}">
                  <a16:creationId xmlns:a16="http://schemas.microsoft.com/office/drawing/2014/main" id="{57E2D47D-D8B6-B31D-0410-5BFC5B3A4261}"/>
                </a:ext>
              </a:extLst>
            </p:cNvPr>
            <p:cNvSpPr txBox="1"/>
            <p:nvPr/>
          </p:nvSpPr>
          <p:spPr>
            <a:xfrm>
              <a:off x="789250" y="1191175"/>
              <a:ext cx="19441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3 troupes vers la tuile de commandement</a:t>
              </a:r>
            </a:p>
          </p:txBody>
        </p:sp>
        <p:sp>
          <p:nvSpPr>
            <p:cNvPr id="153" name="ZoneTexte 152">
              <a:extLst>
                <a:ext uri="{FF2B5EF4-FFF2-40B4-BE49-F238E27FC236}">
                  <a16:creationId xmlns:a16="http://schemas.microsoft.com/office/drawing/2014/main" id="{6B8F023B-73A6-9D60-8CF7-B311634582F3}"/>
                </a:ext>
              </a:extLst>
            </p:cNvPr>
            <p:cNvSpPr txBox="1"/>
            <p:nvPr/>
          </p:nvSpPr>
          <p:spPr>
            <a:xfrm>
              <a:off x="816757" y="1868079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une troupe si c’est une « tuile 1 »</a:t>
              </a:r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AF531564-38BE-334E-FCC9-939EC1151BAA}"/>
                </a:ext>
              </a:extLst>
            </p:cNvPr>
            <p:cNvSpPr txBox="1"/>
            <p:nvPr/>
          </p:nvSpPr>
          <p:spPr>
            <a:xfrm>
              <a:off x="803670" y="2363806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0BC3939-4057-676D-5471-7516812241E8}"/>
              </a:ext>
            </a:extLst>
          </p:cNvPr>
          <p:cNvGrpSpPr/>
          <p:nvPr/>
        </p:nvGrpSpPr>
        <p:grpSpPr>
          <a:xfrm>
            <a:off x="3517508" y="557331"/>
            <a:ext cx="2124000" cy="3312000"/>
            <a:chOff x="3241118" y="624006"/>
            <a:chExt cx="2124000" cy="3312000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6F5C2CD-D935-621D-36D8-0FD45B389373}"/>
                </a:ext>
              </a:extLst>
            </p:cNvPr>
            <p:cNvSpPr/>
            <p:nvPr/>
          </p:nvSpPr>
          <p:spPr>
            <a:xfrm>
              <a:off x="3241118" y="62400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FC3B1CB-2347-A8DD-CC42-35D922F3EA9A}"/>
                </a:ext>
              </a:extLst>
            </p:cNvPr>
            <p:cNvSpPr/>
            <p:nvPr/>
          </p:nvSpPr>
          <p:spPr>
            <a:xfrm>
              <a:off x="3241118" y="624006"/>
              <a:ext cx="2124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Troupes</a:t>
              </a:r>
            </a:p>
          </p:txBody>
        </p:sp>
        <p:sp>
          <p:nvSpPr>
            <p:cNvPr id="156" name="Cercle : creux 155">
              <a:extLst>
                <a:ext uri="{FF2B5EF4-FFF2-40B4-BE49-F238E27FC236}">
                  <a16:creationId xmlns:a16="http://schemas.microsoft.com/office/drawing/2014/main" id="{439CCA5A-A497-BE93-B50F-43CE81FE00BD}"/>
                </a:ext>
              </a:extLst>
            </p:cNvPr>
            <p:cNvSpPr/>
            <p:nvPr/>
          </p:nvSpPr>
          <p:spPr>
            <a:xfrm>
              <a:off x="3353498" y="347184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57" name="ZoneTexte 156">
              <a:extLst>
                <a:ext uri="{FF2B5EF4-FFF2-40B4-BE49-F238E27FC236}">
                  <a16:creationId xmlns:a16="http://schemas.microsoft.com/office/drawing/2014/main" id="{D1C38CCA-4D45-383B-93E2-8F5FD1E66042}"/>
                </a:ext>
              </a:extLst>
            </p:cNvPr>
            <p:cNvSpPr txBox="1"/>
            <p:nvPr/>
          </p:nvSpPr>
          <p:spPr>
            <a:xfrm>
              <a:off x="3782464" y="3453207"/>
              <a:ext cx="64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T1 :</a:t>
              </a:r>
            </a:p>
          </p:txBody>
        </p:sp>
        <p:sp>
          <p:nvSpPr>
            <p:cNvPr id="158" name="Signe Plus 157">
              <a:extLst>
                <a:ext uri="{FF2B5EF4-FFF2-40B4-BE49-F238E27FC236}">
                  <a16:creationId xmlns:a16="http://schemas.microsoft.com/office/drawing/2014/main" id="{531771F8-57F1-E423-9C4B-73D29578CA04}"/>
                </a:ext>
              </a:extLst>
            </p:cNvPr>
            <p:cNvSpPr/>
            <p:nvPr/>
          </p:nvSpPr>
          <p:spPr>
            <a:xfrm>
              <a:off x="4302358" y="3530765"/>
              <a:ext cx="252000" cy="252000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9" name="Hexagone 158">
              <a:extLst>
                <a:ext uri="{FF2B5EF4-FFF2-40B4-BE49-F238E27FC236}">
                  <a16:creationId xmlns:a16="http://schemas.microsoft.com/office/drawing/2014/main" id="{769C5E5C-3424-3007-9E82-705CABA71FB2}"/>
                </a:ext>
              </a:extLst>
            </p:cNvPr>
            <p:cNvSpPr/>
            <p:nvPr/>
          </p:nvSpPr>
          <p:spPr>
            <a:xfrm rot="5400000">
              <a:off x="4615845" y="2889217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185E6853-9116-0F10-6EB7-48157116DBD2}"/>
                </a:ext>
              </a:extLst>
            </p:cNvPr>
            <p:cNvSpPr/>
            <p:nvPr/>
          </p:nvSpPr>
          <p:spPr>
            <a:xfrm>
              <a:off x="3563334" y="288921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C9C14C52-486D-D4F7-4247-0673FE7C6E7E}"/>
                </a:ext>
              </a:extLst>
            </p:cNvPr>
            <p:cNvSpPr/>
            <p:nvPr/>
          </p:nvSpPr>
          <p:spPr>
            <a:xfrm>
              <a:off x="3926154" y="288921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3" name="Ellipse 172">
              <a:extLst>
                <a:ext uri="{FF2B5EF4-FFF2-40B4-BE49-F238E27FC236}">
                  <a16:creationId xmlns:a16="http://schemas.microsoft.com/office/drawing/2014/main" id="{15589469-2DE8-3F18-350C-B3D291B76D9C}"/>
                </a:ext>
              </a:extLst>
            </p:cNvPr>
            <p:cNvSpPr/>
            <p:nvPr/>
          </p:nvSpPr>
          <p:spPr>
            <a:xfrm>
              <a:off x="4595867" y="3476765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74" name="Connecteur droit avec flèche 173">
              <a:extLst>
                <a:ext uri="{FF2B5EF4-FFF2-40B4-BE49-F238E27FC236}">
                  <a16:creationId xmlns:a16="http://schemas.microsoft.com/office/drawing/2014/main" id="{6FEFDB93-D9D4-A4DC-905C-8F57011FD091}"/>
                </a:ext>
              </a:extLst>
            </p:cNvPr>
            <p:cNvCxnSpPr>
              <a:cxnSpLocks/>
            </p:cNvCxnSpPr>
            <p:nvPr/>
          </p:nvCxnSpPr>
          <p:spPr>
            <a:xfrm>
              <a:off x="4328415" y="3069217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ZoneTexte 174">
              <a:extLst>
                <a:ext uri="{FF2B5EF4-FFF2-40B4-BE49-F238E27FC236}">
                  <a16:creationId xmlns:a16="http://schemas.microsoft.com/office/drawing/2014/main" id="{1CA830AB-D624-42AB-69C6-772C75788503}"/>
                </a:ext>
              </a:extLst>
            </p:cNvPr>
            <p:cNvSpPr txBox="1"/>
            <p:nvPr/>
          </p:nvSpPr>
          <p:spPr>
            <a:xfrm>
              <a:off x="3325991" y="1132183"/>
              <a:ext cx="19441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2 troupes vers la tuile de commandement</a:t>
              </a:r>
            </a:p>
          </p:txBody>
        </p:sp>
        <p:sp>
          <p:nvSpPr>
            <p:cNvPr id="176" name="ZoneTexte 175">
              <a:extLst>
                <a:ext uri="{FF2B5EF4-FFF2-40B4-BE49-F238E27FC236}">
                  <a16:creationId xmlns:a16="http://schemas.microsoft.com/office/drawing/2014/main" id="{3A7CB192-E339-187F-ECA4-B61B4030E8E7}"/>
                </a:ext>
              </a:extLst>
            </p:cNvPr>
            <p:cNvSpPr txBox="1"/>
            <p:nvPr/>
          </p:nvSpPr>
          <p:spPr>
            <a:xfrm>
              <a:off x="3353498" y="1809087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une troupe si c’est une « tuile 1 »</a:t>
              </a:r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268B770E-E6AD-863A-EFCB-593F8D3DAD2F}"/>
                </a:ext>
              </a:extLst>
            </p:cNvPr>
            <p:cNvSpPr txBox="1"/>
            <p:nvPr/>
          </p:nvSpPr>
          <p:spPr>
            <a:xfrm>
              <a:off x="3369723" y="2348310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7B79EA7-ABCE-7FE0-573E-AEF7318917A4}"/>
              </a:ext>
            </a:extLst>
          </p:cNvPr>
          <p:cNvGrpSpPr/>
          <p:nvPr/>
        </p:nvGrpSpPr>
        <p:grpSpPr>
          <a:xfrm>
            <a:off x="6126397" y="557331"/>
            <a:ext cx="2124000" cy="3312000"/>
            <a:chOff x="5870563" y="624006"/>
            <a:chExt cx="2124000" cy="3312000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AD6E6596-DB44-4B3D-18D9-D7D0F1ABE88E}"/>
                </a:ext>
              </a:extLst>
            </p:cNvPr>
            <p:cNvSpPr/>
            <p:nvPr/>
          </p:nvSpPr>
          <p:spPr>
            <a:xfrm>
              <a:off x="5870563" y="62400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B6A01D8C-7314-03C1-8243-C50FD5F4FEB4}"/>
                </a:ext>
              </a:extLst>
            </p:cNvPr>
            <p:cNvSpPr/>
            <p:nvPr/>
          </p:nvSpPr>
          <p:spPr>
            <a:xfrm>
              <a:off x="5870563" y="624006"/>
              <a:ext cx="2124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Troupes</a:t>
              </a:r>
            </a:p>
          </p:txBody>
        </p:sp>
        <p:sp>
          <p:nvSpPr>
            <p:cNvPr id="179" name="Cercle : creux 178">
              <a:extLst>
                <a:ext uri="{FF2B5EF4-FFF2-40B4-BE49-F238E27FC236}">
                  <a16:creationId xmlns:a16="http://schemas.microsoft.com/office/drawing/2014/main" id="{6A8BE1BC-85F2-9A1F-AF25-CCB3F4ABB3FB}"/>
                </a:ext>
              </a:extLst>
            </p:cNvPr>
            <p:cNvSpPr/>
            <p:nvPr/>
          </p:nvSpPr>
          <p:spPr>
            <a:xfrm>
              <a:off x="5982943" y="3462670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82" name="ZoneTexte 181">
              <a:extLst>
                <a:ext uri="{FF2B5EF4-FFF2-40B4-BE49-F238E27FC236}">
                  <a16:creationId xmlns:a16="http://schemas.microsoft.com/office/drawing/2014/main" id="{D506171F-E6CE-4191-1D1C-248E5B88A64F}"/>
                </a:ext>
              </a:extLst>
            </p:cNvPr>
            <p:cNvSpPr txBox="1"/>
            <p:nvPr/>
          </p:nvSpPr>
          <p:spPr>
            <a:xfrm>
              <a:off x="6411909" y="3444032"/>
              <a:ext cx="64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T1 :</a:t>
              </a:r>
            </a:p>
          </p:txBody>
        </p:sp>
        <p:sp>
          <p:nvSpPr>
            <p:cNvPr id="183" name="Signe Plus 182">
              <a:extLst>
                <a:ext uri="{FF2B5EF4-FFF2-40B4-BE49-F238E27FC236}">
                  <a16:creationId xmlns:a16="http://schemas.microsoft.com/office/drawing/2014/main" id="{0564572D-1BBF-B171-51DF-628927387792}"/>
                </a:ext>
              </a:extLst>
            </p:cNvPr>
            <p:cNvSpPr/>
            <p:nvPr/>
          </p:nvSpPr>
          <p:spPr>
            <a:xfrm>
              <a:off x="6931803" y="3521590"/>
              <a:ext cx="252000" cy="252000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4" name="Hexagone 183">
              <a:extLst>
                <a:ext uri="{FF2B5EF4-FFF2-40B4-BE49-F238E27FC236}">
                  <a16:creationId xmlns:a16="http://schemas.microsoft.com/office/drawing/2014/main" id="{081D0B99-CFF4-D28A-5247-8FBF3A737735}"/>
                </a:ext>
              </a:extLst>
            </p:cNvPr>
            <p:cNvSpPr/>
            <p:nvPr/>
          </p:nvSpPr>
          <p:spPr>
            <a:xfrm rot="5400000">
              <a:off x="7046117" y="2852867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4EF51FF5-5909-83B7-C18B-8900D0BDD989}"/>
                </a:ext>
              </a:extLst>
            </p:cNvPr>
            <p:cNvSpPr/>
            <p:nvPr/>
          </p:nvSpPr>
          <p:spPr>
            <a:xfrm>
              <a:off x="6356426" y="285286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0" name="Ellipse 199">
              <a:extLst>
                <a:ext uri="{FF2B5EF4-FFF2-40B4-BE49-F238E27FC236}">
                  <a16:creationId xmlns:a16="http://schemas.microsoft.com/office/drawing/2014/main" id="{F712D43C-1F9F-50F7-8E71-B83F16AFB096}"/>
                </a:ext>
              </a:extLst>
            </p:cNvPr>
            <p:cNvSpPr/>
            <p:nvPr/>
          </p:nvSpPr>
          <p:spPr>
            <a:xfrm>
              <a:off x="7225312" y="3467590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01" name="Connecteur droit avec flèche 200">
              <a:extLst>
                <a:ext uri="{FF2B5EF4-FFF2-40B4-BE49-F238E27FC236}">
                  <a16:creationId xmlns:a16="http://schemas.microsoft.com/office/drawing/2014/main" id="{75E71C76-7E20-74A6-2756-06C2E2DAD988}"/>
                </a:ext>
              </a:extLst>
            </p:cNvPr>
            <p:cNvCxnSpPr>
              <a:cxnSpLocks/>
            </p:cNvCxnSpPr>
            <p:nvPr/>
          </p:nvCxnSpPr>
          <p:spPr>
            <a:xfrm>
              <a:off x="6758687" y="3032867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ZoneTexte 201">
              <a:extLst>
                <a:ext uri="{FF2B5EF4-FFF2-40B4-BE49-F238E27FC236}">
                  <a16:creationId xmlns:a16="http://schemas.microsoft.com/office/drawing/2014/main" id="{A2B84F3B-D084-1D8C-91E4-C3FA35D48591}"/>
                </a:ext>
              </a:extLst>
            </p:cNvPr>
            <p:cNvSpPr txBox="1"/>
            <p:nvPr/>
          </p:nvSpPr>
          <p:spPr>
            <a:xfrm>
              <a:off x="5955436" y="1123008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1 troupe vers la tuile de commandement</a:t>
              </a:r>
            </a:p>
          </p:txBody>
        </p:sp>
        <p:sp>
          <p:nvSpPr>
            <p:cNvPr id="203" name="ZoneTexte 202">
              <a:extLst>
                <a:ext uri="{FF2B5EF4-FFF2-40B4-BE49-F238E27FC236}">
                  <a16:creationId xmlns:a16="http://schemas.microsoft.com/office/drawing/2014/main" id="{F7377A34-5130-E49C-5440-EDC15DF0D97A}"/>
                </a:ext>
              </a:extLst>
            </p:cNvPr>
            <p:cNvSpPr txBox="1"/>
            <p:nvPr/>
          </p:nvSpPr>
          <p:spPr>
            <a:xfrm>
              <a:off x="5982943" y="1799912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une troupe si c’est une « tuile 1 »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D31E8577-6D60-0345-549A-2CE2ADD5B9B1}"/>
                </a:ext>
              </a:extLst>
            </p:cNvPr>
            <p:cNvSpPr txBox="1"/>
            <p:nvPr/>
          </p:nvSpPr>
          <p:spPr>
            <a:xfrm>
              <a:off x="5982943" y="2353723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279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E2106-2F5C-0ABE-F4A3-3B4350F9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archemin : vertical 195">
            <a:extLst>
              <a:ext uri="{FF2B5EF4-FFF2-40B4-BE49-F238E27FC236}">
                <a16:creationId xmlns:a16="http://schemas.microsoft.com/office/drawing/2014/main" id="{4960DAE3-BDD3-345E-11B4-E06C21E811B0}"/>
              </a:ext>
            </a:extLst>
          </p:cNvPr>
          <p:cNvSpPr/>
          <p:nvPr/>
        </p:nvSpPr>
        <p:spPr>
          <a:xfrm>
            <a:off x="338064" y="5978184"/>
            <a:ext cx="1620000" cy="493269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Version 4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CE18682-2D18-0EFC-060E-A5C6437BF762}"/>
              </a:ext>
            </a:extLst>
          </p:cNvPr>
          <p:cNvGrpSpPr/>
          <p:nvPr/>
        </p:nvGrpSpPr>
        <p:grpSpPr>
          <a:xfrm>
            <a:off x="3616621" y="649660"/>
            <a:ext cx="2124000" cy="3312000"/>
            <a:chOff x="3353723" y="449635"/>
            <a:chExt cx="2124000" cy="3312000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812EB79-12AF-E5F7-F27D-31EFAC56C51C}"/>
                </a:ext>
              </a:extLst>
            </p:cNvPr>
            <p:cNvSpPr/>
            <p:nvPr/>
          </p:nvSpPr>
          <p:spPr>
            <a:xfrm>
              <a:off x="3353723" y="449635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444F98D-E5D0-EDC2-0453-82A28B74E024}"/>
                </a:ext>
              </a:extLst>
            </p:cNvPr>
            <p:cNvSpPr/>
            <p:nvPr/>
          </p:nvSpPr>
          <p:spPr>
            <a:xfrm>
              <a:off x="3353723" y="449635"/>
              <a:ext cx="2124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Disperser Troupes</a:t>
              </a:r>
            </a:p>
          </p:txBody>
        </p:sp>
        <p:sp>
          <p:nvSpPr>
            <p:cNvPr id="134" name="ZoneTexte 133">
              <a:extLst>
                <a:ext uri="{FF2B5EF4-FFF2-40B4-BE49-F238E27FC236}">
                  <a16:creationId xmlns:a16="http://schemas.microsoft.com/office/drawing/2014/main" id="{B4F6785A-04D7-8057-A2CE-F866F0558B91}"/>
                </a:ext>
              </a:extLst>
            </p:cNvPr>
            <p:cNvSpPr txBox="1"/>
            <p:nvPr/>
          </p:nvSpPr>
          <p:spPr>
            <a:xfrm>
              <a:off x="3529576" y="978478"/>
              <a:ext cx="18469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Disperser en ligne droite des troupes depuis la tuile de commandement</a:t>
              </a:r>
            </a:p>
          </p:txBody>
        </p:sp>
        <p:sp>
          <p:nvSpPr>
            <p:cNvPr id="135" name="Cercle : creux 134">
              <a:extLst>
                <a:ext uri="{FF2B5EF4-FFF2-40B4-BE49-F238E27FC236}">
                  <a16:creationId xmlns:a16="http://schemas.microsoft.com/office/drawing/2014/main" id="{8572C19A-2301-B95C-5D34-3A2DC43DE7F3}"/>
                </a:ext>
              </a:extLst>
            </p:cNvPr>
            <p:cNvSpPr/>
            <p:nvPr/>
          </p:nvSpPr>
          <p:spPr>
            <a:xfrm>
              <a:off x="3416233" y="331261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36" name="Hexagone 135">
              <a:extLst>
                <a:ext uri="{FF2B5EF4-FFF2-40B4-BE49-F238E27FC236}">
                  <a16:creationId xmlns:a16="http://schemas.microsoft.com/office/drawing/2014/main" id="{D8B8DDD3-8FC8-B9DF-0290-8E7A85CFB62D}"/>
                </a:ext>
              </a:extLst>
            </p:cNvPr>
            <p:cNvSpPr/>
            <p:nvPr/>
          </p:nvSpPr>
          <p:spPr>
            <a:xfrm rot="5400000">
              <a:off x="4834602" y="2764056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8" name="Hexagone 137">
              <a:extLst>
                <a:ext uri="{FF2B5EF4-FFF2-40B4-BE49-F238E27FC236}">
                  <a16:creationId xmlns:a16="http://schemas.microsoft.com/office/drawing/2014/main" id="{51261354-CED5-840E-7EA0-DFC340E826C6}"/>
                </a:ext>
              </a:extLst>
            </p:cNvPr>
            <p:cNvSpPr/>
            <p:nvPr/>
          </p:nvSpPr>
          <p:spPr>
            <a:xfrm rot="5400000">
              <a:off x="4425327" y="2764056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9" name="Hexagone 138">
              <a:extLst>
                <a:ext uri="{FF2B5EF4-FFF2-40B4-BE49-F238E27FC236}">
                  <a16:creationId xmlns:a16="http://schemas.microsoft.com/office/drawing/2014/main" id="{5480D1CF-C5E9-2160-B43D-67BA4B56339B}"/>
                </a:ext>
              </a:extLst>
            </p:cNvPr>
            <p:cNvSpPr/>
            <p:nvPr/>
          </p:nvSpPr>
          <p:spPr>
            <a:xfrm rot="5400000">
              <a:off x="4016052" y="2773989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1" name="Hexagone 140">
              <a:extLst>
                <a:ext uri="{FF2B5EF4-FFF2-40B4-BE49-F238E27FC236}">
                  <a16:creationId xmlns:a16="http://schemas.microsoft.com/office/drawing/2014/main" id="{90BFFA79-5A87-BEE5-B351-0C2110C9F139}"/>
                </a:ext>
              </a:extLst>
            </p:cNvPr>
            <p:cNvSpPr/>
            <p:nvPr/>
          </p:nvSpPr>
          <p:spPr>
            <a:xfrm rot="5400000">
              <a:off x="3602549" y="277398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2" name="Connecteur droit avec flèche 141">
              <a:extLst>
                <a:ext uri="{FF2B5EF4-FFF2-40B4-BE49-F238E27FC236}">
                  <a16:creationId xmlns:a16="http://schemas.microsoft.com/office/drawing/2014/main" id="{49D6ABEF-A225-592E-6C37-6E10AC62FEB5}"/>
                </a:ext>
              </a:extLst>
            </p:cNvPr>
            <p:cNvCxnSpPr>
              <a:cxnSpLocks/>
            </p:cNvCxnSpPr>
            <p:nvPr/>
          </p:nvCxnSpPr>
          <p:spPr>
            <a:xfrm>
              <a:off x="3820449" y="2948030"/>
              <a:ext cx="126930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Connecteur droit avec flèche 142">
              <a:extLst>
                <a:ext uri="{FF2B5EF4-FFF2-40B4-BE49-F238E27FC236}">
                  <a16:creationId xmlns:a16="http://schemas.microsoft.com/office/drawing/2014/main" id="{46273A48-C504-8EED-C705-119D0E637657}"/>
                </a:ext>
              </a:extLst>
            </p:cNvPr>
            <p:cNvCxnSpPr>
              <a:cxnSpLocks/>
            </p:cNvCxnSpPr>
            <p:nvPr/>
          </p:nvCxnSpPr>
          <p:spPr>
            <a:xfrm>
              <a:off x="3822371" y="2951116"/>
              <a:ext cx="89809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Connecteur droit avec flèche 146">
              <a:extLst>
                <a:ext uri="{FF2B5EF4-FFF2-40B4-BE49-F238E27FC236}">
                  <a16:creationId xmlns:a16="http://schemas.microsoft.com/office/drawing/2014/main" id="{BB248922-C3D6-3CB6-AB13-BD398A21C897}"/>
                </a:ext>
              </a:extLst>
            </p:cNvPr>
            <p:cNvCxnSpPr>
              <a:cxnSpLocks/>
            </p:cNvCxnSpPr>
            <p:nvPr/>
          </p:nvCxnSpPr>
          <p:spPr>
            <a:xfrm>
              <a:off x="3822371" y="2951116"/>
              <a:ext cx="49811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8" name="Ellipse 147">
              <a:extLst>
                <a:ext uri="{FF2B5EF4-FFF2-40B4-BE49-F238E27FC236}">
                  <a16:creationId xmlns:a16="http://schemas.microsoft.com/office/drawing/2014/main" id="{6B06E22E-6794-D400-E3A9-346A5D56359C}"/>
                </a:ext>
              </a:extLst>
            </p:cNvPr>
            <p:cNvSpPr/>
            <p:nvPr/>
          </p:nvSpPr>
          <p:spPr>
            <a:xfrm>
              <a:off x="3710549" y="2867116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8B3A02F8-589B-D683-D484-277CEB0C5E46}"/>
                </a:ext>
              </a:extLst>
            </p:cNvPr>
            <p:cNvSpPr txBox="1"/>
            <p:nvPr/>
          </p:nvSpPr>
          <p:spPr>
            <a:xfrm>
              <a:off x="3555669" y="1996403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5A62801-B27C-E519-1214-0D40BB6364DD}"/>
              </a:ext>
            </a:extLst>
          </p:cNvPr>
          <p:cNvGrpSpPr/>
          <p:nvPr/>
        </p:nvGrpSpPr>
        <p:grpSpPr>
          <a:xfrm>
            <a:off x="6182380" y="649660"/>
            <a:ext cx="2124000" cy="3312000"/>
            <a:chOff x="5936273" y="452504"/>
            <a:chExt cx="2124000" cy="3312000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5C07A10-1928-31BF-33F3-402574DF6BC0}"/>
                </a:ext>
              </a:extLst>
            </p:cNvPr>
            <p:cNvSpPr/>
            <p:nvPr/>
          </p:nvSpPr>
          <p:spPr>
            <a:xfrm>
              <a:off x="5936273" y="452504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64517A7-0634-D5AC-4D17-0944BC30504A}"/>
                </a:ext>
              </a:extLst>
            </p:cNvPr>
            <p:cNvSpPr/>
            <p:nvPr/>
          </p:nvSpPr>
          <p:spPr>
            <a:xfrm>
              <a:off x="5936273" y="452504"/>
              <a:ext cx="2124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Concentrer Troupes</a:t>
              </a:r>
            </a:p>
          </p:txBody>
        </p:sp>
        <p:sp>
          <p:nvSpPr>
            <p:cNvPr id="151" name="Cercle : creux 150">
              <a:extLst>
                <a:ext uri="{FF2B5EF4-FFF2-40B4-BE49-F238E27FC236}">
                  <a16:creationId xmlns:a16="http://schemas.microsoft.com/office/drawing/2014/main" id="{889100D7-8DCE-5F1F-DADA-51BA9C229319}"/>
                </a:ext>
              </a:extLst>
            </p:cNvPr>
            <p:cNvSpPr/>
            <p:nvPr/>
          </p:nvSpPr>
          <p:spPr>
            <a:xfrm>
              <a:off x="6028574" y="3231072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52" name="Hexagone 151">
              <a:extLst>
                <a:ext uri="{FF2B5EF4-FFF2-40B4-BE49-F238E27FC236}">
                  <a16:creationId xmlns:a16="http://schemas.microsoft.com/office/drawing/2014/main" id="{60ED3A14-5061-937A-EB11-016FC1E9BA0A}"/>
                </a:ext>
              </a:extLst>
            </p:cNvPr>
            <p:cNvSpPr/>
            <p:nvPr/>
          </p:nvSpPr>
          <p:spPr>
            <a:xfrm rot="5400000">
              <a:off x="7369328" y="2731759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3" name="Hexagone 152">
              <a:extLst>
                <a:ext uri="{FF2B5EF4-FFF2-40B4-BE49-F238E27FC236}">
                  <a16:creationId xmlns:a16="http://schemas.microsoft.com/office/drawing/2014/main" id="{A9DA2897-C668-E0DB-248D-E52CCAE54E0C}"/>
                </a:ext>
              </a:extLst>
            </p:cNvPr>
            <p:cNvSpPr/>
            <p:nvPr/>
          </p:nvSpPr>
          <p:spPr>
            <a:xfrm rot="5400000">
              <a:off x="6960053" y="2731759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4" name="Hexagone 153">
              <a:extLst>
                <a:ext uri="{FF2B5EF4-FFF2-40B4-BE49-F238E27FC236}">
                  <a16:creationId xmlns:a16="http://schemas.microsoft.com/office/drawing/2014/main" id="{C8297467-F366-D8CE-026F-9A0155492A20}"/>
                </a:ext>
              </a:extLst>
            </p:cNvPr>
            <p:cNvSpPr/>
            <p:nvPr/>
          </p:nvSpPr>
          <p:spPr>
            <a:xfrm rot="5400000">
              <a:off x="6550778" y="2741692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5" name="Hexagone 154">
              <a:extLst>
                <a:ext uri="{FF2B5EF4-FFF2-40B4-BE49-F238E27FC236}">
                  <a16:creationId xmlns:a16="http://schemas.microsoft.com/office/drawing/2014/main" id="{30A7D28E-35B3-A7D5-C871-AF217D833866}"/>
                </a:ext>
              </a:extLst>
            </p:cNvPr>
            <p:cNvSpPr/>
            <p:nvPr/>
          </p:nvSpPr>
          <p:spPr>
            <a:xfrm rot="5400000">
              <a:off x="6137275" y="2741692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56" name="Connecteur droit avec flèche 155">
              <a:extLst>
                <a:ext uri="{FF2B5EF4-FFF2-40B4-BE49-F238E27FC236}">
                  <a16:creationId xmlns:a16="http://schemas.microsoft.com/office/drawing/2014/main" id="{5FA71197-7298-884C-B2A6-674913FE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4603" y="2915733"/>
              <a:ext cx="130358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7" name="Ellipse 156">
              <a:extLst>
                <a:ext uri="{FF2B5EF4-FFF2-40B4-BE49-F238E27FC236}">
                  <a16:creationId xmlns:a16="http://schemas.microsoft.com/office/drawing/2014/main" id="{2DB8FDE3-786A-B58D-2181-68B90B0D910D}"/>
                </a:ext>
              </a:extLst>
            </p:cNvPr>
            <p:cNvSpPr/>
            <p:nvPr/>
          </p:nvSpPr>
          <p:spPr>
            <a:xfrm>
              <a:off x="6658778" y="2831692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8" name="Ellipse 157">
              <a:extLst>
                <a:ext uri="{FF2B5EF4-FFF2-40B4-BE49-F238E27FC236}">
                  <a16:creationId xmlns:a16="http://schemas.microsoft.com/office/drawing/2014/main" id="{76556A27-A4B3-CDCE-380B-FBD46C4983AA}"/>
                </a:ext>
              </a:extLst>
            </p:cNvPr>
            <p:cNvSpPr/>
            <p:nvPr/>
          </p:nvSpPr>
          <p:spPr>
            <a:xfrm>
              <a:off x="7067664" y="2831692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45033CA4-20A6-6192-8AF4-C44DCB439B4F}"/>
                </a:ext>
              </a:extLst>
            </p:cNvPr>
            <p:cNvSpPr/>
            <p:nvPr/>
          </p:nvSpPr>
          <p:spPr>
            <a:xfrm>
              <a:off x="7477145" y="2821759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9" name="ZoneTexte 168">
              <a:extLst>
                <a:ext uri="{FF2B5EF4-FFF2-40B4-BE49-F238E27FC236}">
                  <a16:creationId xmlns:a16="http://schemas.microsoft.com/office/drawing/2014/main" id="{D971B674-63AE-1E36-9659-560735473050}"/>
                </a:ext>
              </a:extLst>
            </p:cNvPr>
            <p:cNvSpPr txBox="1"/>
            <p:nvPr/>
          </p:nvSpPr>
          <p:spPr>
            <a:xfrm>
              <a:off x="6081624" y="954602"/>
              <a:ext cx="18469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Concentrer en ligne droite des troupes vers la tuile de commandement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6DD92ED5-8AC2-07DD-99E1-59FDBD0CC17E}"/>
                </a:ext>
              </a:extLst>
            </p:cNvPr>
            <p:cNvSpPr txBox="1"/>
            <p:nvPr/>
          </p:nvSpPr>
          <p:spPr>
            <a:xfrm>
              <a:off x="6077540" y="2051776"/>
              <a:ext cx="12605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8A9AA0D-BCA6-8BCF-E98E-50D5DF34C121}"/>
              </a:ext>
            </a:extLst>
          </p:cNvPr>
          <p:cNvGrpSpPr/>
          <p:nvPr/>
        </p:nvGrpSpPr>
        <p:grpSpPr>
          <a:xfrm>
            <a:off x="8748139" y="649660"/>
            <a:ext cx="2124000" cy="3312000"/>
            <a:chOff x="8490964" y="452504"/>
            <a:chExt cx="2124000" cy="3312000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D2FFA34-6703-5F79-A726-51D305C7A46B}"/>
                </a:ext>
              </a:extLst>
            </p:cNvPr>
            <p:cNvSpPr/>
            <p:nvPr/>
          </p:nvSpPr>
          <p:spPr>
            <a:xfrm>
              <a:off x="8490964" y="452504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0DAA520B-2C67-904C-50A5-7818C6830EBC}"/>
                </a:ext>
              </a:extLst>
            </p:cNvPr>
            <p:cNvSpPr/>
            <p:nvPr/>
          </p:nvSpPr>
          <p:spPr>
            <a:xfrm>
              <a:off x="8490964" y="452504"/>
              <a:ext cx="2124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Déconstruire donjon</a:t>
              </a:r>
            </a:p>
          </p:txBody>
        </p:sp>
        <p:sp>
          <p:nvSpPr>
            <p:cNvPr id="168" name="Cercle : creux 167">
              <a:extLst>
                <a:ext uri="{FF2B5EF4-FFF2-40B4-BE49-F238E27FC236}">
                  <a16:creationId xmlns:a16="http://schemas.microsoft.com/office/drawing/2014/main" id="{A38EACAC-ABF9-E2E8-FA65-9A5F66BAEE86}"/>
                </a:ext>
              </a:extLst>
            </p:cNvPr>
            <p:cNvSpPr/>
            <p:nvPr/>
          </p:nvSpPr>
          <p:spPr>
            <a:xfrm>
              <a:off x="8586258" y="3237834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9" name="Hexagone 48">
              <a:extLst>
                <a:ext uri="{FF2B5EF4-FFF2-40B4-BE49-F238E27FC236}">
                  <a16:creationId xmlns:a16="http://schemas.microsoft.com/office/drawing/2014/main" id="{CF61BF42-E743-4890-2909-43FF939B6BDB}"/>
                </a:ext>
              </a:extLst>
            </p:cNvPr>
            <p:cNvSpPr/>
            <p:nvPr/>
          </p:nvSpPr>
          <p:spPr>
            <a:xfrm rot="5400000">
              <a:off x="8782799" y="2600310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0" name="Connecteur droit avec flèche 49">
              <a:extLst>
                <a:ext uri="{FF2B5EF4-FFF2-40B4-BE49-F238E27FC236}">
                  <a16:creationId xmlns:a16="http://schemas.microsoft.com/office/drawing/2014/main" id="{6E8E0EF5-801E-EBDE-D749-974D687E8550}"/>
                </a:ext>
              </a:extLst>
            </p:cNvPr>
            <p:cNvCxnSpPr>
              <a:cxnSpLocks/>
            </p:cNvCxnSpPr>
            <p:nvPr/>
          </p:nvCxnSpPr>
          <p:spPr>
            <a:xfrm>
              <a:off x="9451529" y="2906447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Hexagone 50">
              <a:extLst>
                <a:ext uri="{FF2B5EF4-FFF2-40B4-BE49-F238E27FC236}">
                  <a16:creationId xmlns:a16="http://schemas.microsoft.com/office/drawing/2014/main" id="{329BF7C8-6385-55C1-38C4-5EACE745522F}"/>
                </a:ext>
              </a:extLst>
            </p:cNvPr>
            <p:cNvSpPr/>
            <p:nvPr/>
          </p:nvSpPr>
          <p:spPr>
            <a:xfrm rot="5400000">
              <a:off x="9726634" y="2607834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A82F19E-0978-C5B4-9650-2C80E67880CC}"/>
                </a:ext>
              </a:extLst>
            </p:cNvPr>
            <p:cNvSpPr/>
            <p:nvPr/>
          </p:nvSpPr>
          <p:spPr>
            <a:xfrm>
              <a:off x="9001293" y="2726310"/>
              <a:ext cx="180000" cy="360000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6685E4CE-DE5C-F4ED-D218-74FCF91AD663}"/>
                </a:ext>
              </a:extLst>
            </p:cNvPr>
            <p:cNvSpPr/>
            <p:nvPr/>
          </p:nvSpPr>
          <p:spPr>
            <a:xfrm>
              <a:off x="9960634" y="2699089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240194D5-13AC-F70C-52C7-4513CCE15815}"/>
                </a:ext>
              </a:extLst>
            </p:cNvPr>
            <p:cNvSpPr/>
            <p:nvPr/>
          </p:nvSpPr>
          <p:spPr>
            <a:xfrm>
              <a:off x="10099962" y="2906447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FAAE8C71-B057-09DD-B869-1264F57A65DD}"/>
                </a:ext>
              </a:extLst>
            </p:cNvPr>
            <p:cNvSpPr/>
            <p:nvPr/>
          </p:nvSpPr>
          <p:spPr>
            <a:xfrm>
              <a:off x="9826799" y="2906447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1" name="ZoneTexte 130">
              <a:extLst>
                <a:ext uri="{FF2B5EF4-FFF2-40B4-BE49-F238E27FC236}">
                  <a16:creationId xmlns:a16="http://schemas.microsoft.com/office/drawing/2014/main" id="{9BF93AA9-8381-51F5-D0DA-700E18B0B510}"/>
                </a:ext>
              </a:extLst>
            </p:cNvPr>
            <p:cNvSpPr txBox="1"/>
            <p:nvPr/>
          </p:nvSpPr>
          <p:spPr>
            <a:xfrm>
              <a:off x="8702017" y="997974"/>
              <a:ext cx="17164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Remplacer le donjon de la tuile de commandement par 3 troupes de la défausse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FE81329-4DE1-59A3-6C3F-A1DE5ECDC0D8}"/>
                </a:ext>
              </a:extLst>
            </p:cNvPr>
            <p:cNvSpPr txBox="1"/>
            <p:nvPr/>
          </p:nvSpPr>
          <p:spPr>
            <a:xfrm>
              <a:off x="8702017" y="1999272"/>
              <a:ext cx="1304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6C645EF4-8976-48D3-CF99-A6F55F6536BD}"/>
              </a:ext>
            </a:extLst>
          </p:cNvPr>
          <p:cNvGrpSpPr/>
          <p:nvPr/>
        </p:nvGrpSpPr>
        <p:grpSpPr>
          <a:xfrm>
            <a:off x="1050862" y="649660"/>
            <a:ext cx="2124000" cy="3312000"/>
            <a:chOff x="793687" y="449635"/>
            <a:chExt cx="2124000" cy="3312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F646F0C-A432-C499-8A8D-05F82B29C6A3}"/>
                </a:ext>
              </a:extLst>
            </p:cNvPr>
            <p:cNvSpPr/>
            <p:nvPr/>
          </p:nvSpPr>
          <p:spPr>
            <a:xfrm>
              <a:off x="793687" y="449635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524B380-593F-69E5-FD60-697BE2435774}"/>
                </a:ext>
              </a:extLst>
            </p:cNvPr>
            <p:cNvSpPr/>
            <p:nvPr/>
          </p:nvSpPr>
          <p:spPr>
            <a:xfrm>
              <a:off x="793687" y="449635"/>
              <a:ext cx="2124000" cy="432000"/>
            </a:xfrm>
            <a:prstGeom prst="rect">
              <a:avLst/>
            </a:prstGeom>
            <a:blipFill dpi="0" rotWithShape="1">
              <a:blip r:embed="rId4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Construire donjon</a:t>
              </a:r>
            </a:p>
          </p:txBody>
        </p:sp>
        <p:sp>
          <p:nvSpPr>
            <p:cNvPr id="30" name="Cercle : creux 29">
              <a:extLst>
                <a:ext uri="{FF2B5EF4-FFF2-40B4-BE49-F238E27FC236}">
                  <a16:creationId xmlns:a16="http://schemas.microsoft.com/office/drawing/2014/main" id="{0F13CAE8-EAC4-A832-33EE-97829109A0B2}"/>
                </a:ext>
              </a:extLst>
            </p:cNvPr>
            <p:cNvSpPr/>
            <p:nvPr/>
          </p:nvSpPr>
          <p:spPr>
            <a:xfrm>
              <a:off x="896578" y="3279227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1" name="Hexagone 30">
              <a:extLst>
                <a:ext uri="{FF2B5EF4-FFF2-40B4-BE49-F238E27FC236}">
                  <a16:creationId xmlns:a16="http://schemas.microsoft.com/office/drawing/2014/main" id="{76810FEC-4234-E410-9FD7-EF4E8A58DCCB}"/>
                </a:ext>
              </a:extLst>
            </p:cNvPr>
            <p:cNvSpPr/>
            <p:nvPr/>
          </p:nvSpPr>
          <p:spPr>
            <a:xfrm rot="5400000">
              <a:off x="1011649" y="2607001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66F040FF-797B-DFE8-DC07-79AA08FF323B}"/>
                </a:ext>
              </a:extLst>
            </p:cNvPr>
            <p:cNvSpPr/>
            <p:nvPr/>
          </p:nvSpPr>
          <p:spPr>
            <a:xfrm>
              <a:off x="1245649" y="2677922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0A8FA853-F1F5-CBC9-B80A-C66879DA84D3}"/>
                </a:ext>
              </a:extLst>
            </p:cNvPr>
            <p:cNvSpPr/>
            <p:nvPr/>
          </p:nvSpPr>
          <p:spPr>
            <a:xfrm>
              <a:off x="1375166" y="2897448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844F085A-DFBB-1890-4B39-AB0852E96500}"/>
                </a:ext>
              </a:extLst>
            </p:cNvPr>
            <p:cNvSpPr/>
            <p:nvPr/>
          </p:nvSpPr>
          <p:spPr>
            <a:xfrm>
              <a:off x="1104519" y="2891944"/>
              <a:ext cx="180000" cy="180000"/>
            </a:xfrm>
            <a:prstGeom prst="ellipse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Hexagone 35">
              <a:extLst>
                <a:ext uri="{FF2B5EF4-FFF2-40B4-BE49-F238E27FC236}">
                  <a16:creationId xmlns:a16="http://schemas.microsoft.com/office/drawing/2014/main" id="{1316DB42-A211-D3E7-C93B-5B7A6CA6BEBD}"/>
                </a:ext>
              </a:extLst>
            </p:cNvPr>
            <p:cNvSpPr/>
            <p:nvPr/>
          </p:nvSpPr>
          <p:spPr>
            <a:xfrm rot="5400000">
              <a:off x="2070762" y="2607834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58284D1-3DCD-251E-B58E-35812B6F6942}"/>
                </a:ext>
              </a:extLst>
            </p:cNvPr>
            <p:cNvSpPr/>
            <p:nvPr/>
          </p:nvSpPr>
          <p:spPr>
            <a:xfrm>
              <a:off x="2315375" y="2719973"/>
              <a:ext cx="180000" cy="360000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95AA0147-48AA-89A7-638F-D87486ABA978}"/>
                </a:ext>
              </a:extLst>
            </p:cNvPr>
            <p:cNvSpPr txBox="1"/>
            <p:nvPr/>
          </p:nvSpPr>
          <p:spPr>
            <a:xfrm>
              <a:off x="945535" y="1001789"/>
              <a:ext cx="17164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Défausser 3 troupes de la tuile de commandement pour construire un donjon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F75B67FE-E74E-0F06-207B-ECDF1FAB9828}"/>
                </a:ext>
              </a:extLst>
            </p:cNvPr>
            <p:cNvCxnSpPr>
              <a:cxnSpLocks/>
            </p:cNvCxnSpPr>
            <p:nvPr/>
          </p:nvCxnSpPr>
          <p:spPr>
            <a:xfrm>
              <a:off x="1732038" y="2902753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40372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468</Words>
  <Application>Microsoft Office PowerPoint</Application>
  <PresentationFormat>Grand écran</PresentationFormat>
  <Paragraphs>142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22</cp:revision>
  <cp:lastPrinted>2026-02-08T17:21:01Z</cp:lastPrinted>
  <dcterms:created xsi:type="dcterms:W3CDTF">2026-02-07T18:04:07Z</dcterms:created>
  <dcterms:modified xsi:type="dcterms:W3CDTF">2026-02-09T07:32:24Z</dcterms:modified>
</cp:coreProperties>
</file>