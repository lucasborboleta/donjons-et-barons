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1" r:id="rId2"/>
    <p:sldId id="262" r:id="rId3"/>
    <p:sldId id="263" r:id="rId4"/>
    <p:sldId id="264" r:id="rId5"/>
    <p:sldId id="265" r:id="rId6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583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59611-740F-1BE0-07FA-1D1D916CD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381E027-3319-4F84-10ED-9E92C431D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8874066-B9CA-AEA9-D52B-9FACFAA6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E998CA-D282-AE94-5142-EF7F3DF4ED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9501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microsoft.com/office/2007/relationships/hdphoto" Target="../media/hdphoto2.wdp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microsoft.com/office/2007/relationships/hdphoto" Target="../media/hdphoto2.wdp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3.jpeg"/><Relationship Id="rId15" Type="http://schemas.microsoft.com/office/2007/relationships/hdphoto" Target="../media/hdphoto5.wdp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5" Type="http://schemas.openxmlformats.org/officeDocument/2006/relationships/image" Target="../media/image3.jpeg"/><Relationship Id="rId4" Type="http://schemas.microsoft.com/office/2007/relationships/hdphoto" Target="../media/hdphoto6.wdp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0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5" Type="http://schemas.microsoft.com/office/2007/relationships/hdphoto" Target="../media/hdphoto6.wdp"/><Relationship Id="rId4" Type="http://schemas.openxmlformats.org/officeDocument/2006/relationships/image" Target="../media/image11.png"/><Relationship Id="rId9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3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5" Type="http://schemas.microsoft.com/office/2007/relationships/hdphoto" Target="../media/hdphoto7.wdp"/><Relationship Id="rId4" Type="http://schemas.openxmlformats.org/officeDocument/2006/relationships/image" Target="../media/image14.png"/><Relationship Id="rId9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82679-C4EF-95BE-6B48-7D6CA5C18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A0823A5A-86BE-9A53-6662-0E2131747A3C}"/>
              </a:ext>
            </a:extLst>
          </p:cNvPr>
          <p:cNvSpPr/>
          <p:nvPr/>
        </p:nvSpPr>
        <p:spPr>
          <a:xfrm>
            <a:off x="300989" y="5911557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E8497C52-71A3-9A1C-4484-32CA249313CA}"/>
              </a:ext>
            </a:extLst>
          </p:cNvPr>
          <p:cNvGrpSpPr/>
          <p:nvPr/>
        </p:nvGrpSpPr>
        <p:grpSpPr>
          <a:xfrm>
            <a:off x="8218161" y="1133500"/>
            <a:ext cx="2124000" cy="3312000"/>
            <a:chOff x="8320607" y="666160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7327380-E34E-24E8-6E54-C98D198B6CD0}"/>
                </a:ext>
              </a:extLst>
            </p:cNvPr>
            <p:cNvSpPr/>
            <p:nvPr/>
          </p:nvSpPr>
          <p:spPr>
            <a:xfrm>
              <a:off x="8320607" y="66616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6D07E43-7B4A-3B3A-E62E-27CEDE2AB57B}"/>
                </a:ext>
              </a:extLst>
            </p:cNvPr>
            <p:cNvSpPr/>
            <p:nvPr/>
          </p:nvSpPr>
          <p:spPr>
            <a:xfrm>
              <a:off x="8320607" y="666160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</a:t>
              </a:r>
            </a:p>
          </p:txBody>
        </p:sp>
        <p:sp>
          <p:nvSpPr>
            <p:cNvPr id="7" name="Cercle : creux 6">
              <a:extLst>
                <a:ext uri="{FF2B5EF4-FFF2-40B4-BE49-F238E27FC236}">
                  <a16:creationId xmlns:a16="http://schemas.microsoft.com/office/drawing/2014/main" id="{F9FA84BF-B764-3EE2-C1DF-89431AD35846}"/>
                </a:ext>
              </a:extLst>
            </p:cNvPr>
            <p:cNvSpPr/>
            <p:nvPr/>
          </p:nvSpPr>
          <p:spPr>
            <a:xfrm>
              <a:off x="8370616" y="353418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</a:p>
          </p:txBody>
        </p:sp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6A23CF8C-8C20-1AC2-5DB3-DF8479CB534A}"/>
                </a:ext>
              </a:extLst>
            </p:cNvPr>
            <p:cNvSpPr/>
            <p:nvPr/>
          </p:nvSpPr>
          <p:spPr>
            <a:xfrm rot="5400000">
              <a:off x="9506115" y="3488560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AB10B734-158B-7632-FD4A-EEF09304F04E}"/>
                </a:ext>
              </a:extLst>
            </p:cNvPr>
            <p:cNvSpPr/>
            <p:nvPr/>
          </p:nvSpPr>
          <p:spPr>
            <a:xfrm rot="5400000">
              <a:off x="9092612" y="348856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D6FA146B-43DF-A87A-F286-4236A18C6D18}"/>
                </a:ext>
              </a:extLst>
            </p:cNvPr>
            <p:cNvCxnSpPr>
              <a:cxnSpLocks/>
            </p:cNvCxnSpPr>
            <p:nvPr/>
          </p:nvCxnSpPr>
          <p:spPr>
            <a:xfrm>
              <a:off x="9292553" y="3675810"/>
              <a:ext cx="50489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DAAA2782-C2D0-3DD4-C7D5-E3CB42D5D162}"/>
                </a:ext>
              </a:extLst>
            </p:cNvPr>
            <p:cNvSpPr txBox="1"/>
            <p:nvPr/>
          </p:nvSpPr>
          <p:spPr>
            <a:xfrm>
              <a:off x="8441533" y="1200900"/>
              <a:ext cx="18496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26" name="Image 25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4D9CEA79-297A-D7E7-42B5-2FC35E51B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03" t="15463" r="18993" b="12351"/>
            <a:stretch>
              <a:fillRect/>
            </a:stretch>
          </p:blipFill>
          <p:spPr>
            <a:xfrm>
              <a:off x="8662211" y="1665874"/>
              <a:ext cx="1408308" cy="1644955"/>
            </a:xfrm>
            <a:prstGeom prst="rect">
              <a:avLst/>
            </a:prstGeom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E85DCD7-F0AF-3030-F2A4-D377407C8D2E}"/>
              </a:ext>
            </a:extLst>
          </p:cNvPr>
          <p:cNvGrpSpPr/>
          <p:nvPr/>
        </p:nvGrpSpPr>
        <p:grpSpPr>
          <a:xfrm>
            <a:off x="1075682" y="1133500"/>
            <a:ext cx="2124000" cy="3312000"/>
            <a:chOff x="964253" y="675992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3B66A4A-479E-3216-7096-55208B53972B}"/>
                </a:ext>
              </a:extLst>
            </p:cNvPr>
            <p:cNvSpPr/>
            <p:nvPr/>
          </p:nvSpPr>
          <p:spPr>
            <a:xfrm>
              <a:off x="964253" y="67599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DB427174-F189-5205-54BA-C641FA981B4E}"/>
                </a:ext>
              </a:extLst>
            </p:cNvPr>
            <p:cNvSpPr/>
            <p:nvPr/>
          </p:nvSpPr>
          <p:spPr>
            <a:xfrm>
              <a:off x="964253" y="675992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3+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81C07EBD-A9D7-2F9D-C2AD-970EC7870B79}"/>
                </a:ext>
              </a:extLst>
            </p:cNvPr>
            <p:cNvSpPr/>
            <p:nvPr/>
          </p:nvSpPr>
          <p:spPr>
            <a:xfrm>
              <a:off x="1044995" y="350675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138" name="ZoneTexte 137">
              <a:extLst>
                <a:ext uri="{FF2B5EF4-FFF2-40B4-BE49-F238E27FC236}">
                  <a16:creationId xmlns:a16="http://schemas.microsoft.com/office/drawing/2014/main" id="{05497DB3-2AAD-B11E-41AB-F5A632D53A49}"/>
                </a:ext>
              </a:extLst>
            </p:cNvPr>
            <p:cNvSpPr txBox="1"/>
            <p:nvPr/>
          </p:nvSpPr>
          <p:spPr>
            <a:xfrm>
              <a:off x="1533776" y="3417406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139" name="Signe Plus 138">
              <a:extLst>
                <a:ext uri="{FF2B5EF4-FFF2-40B4-BE49-F238E27FC236}">
                  <a16:creationId xmlns:a16="http://schemas.microsoft.com/office/drawing/2014/main" id="{8C9B14A1-BEFD-FECF-F091-491D8FB64907}"/>
                </a:ext>
              </a:extLst>
            </p:cNvPr>
            <p:cNvSpPr/>
            <p:nvPr/>
          </p:nvSpPr>
          <p:spPr>
            <a:xfrm>
              <a:off x="2046793" y="3479137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056B4954-99E3-82CE-1F58-5B16B95C7CB9}"/>
                </a:ext>
              </a:extLst>
            </p:cNvPr>
            <p:cNvSpPr/>
            <p:nvPr/>
          </p:nvSpPr>
          <p:spPr>
            <a:xfrm rot="5400000">
              <a:off x="2387829" y="290909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BA13DDF2-5FDC-4158-2071-6F7C5F813877}"/>
                </a:ext>
              </a:extLst>
            </p:cNvPr>
            <p:cNvSpPr/>
            <p:nvPr/>
          </p:nvSpPr>
          <p:spPr>
            <a:xfrm rot="5400000">
              <a:off x="1978554" y="290909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478AB90A-877C-68CE-605D-A3C0A60919DD}"/>
                </a:ext>
              </a:extLst>
            </p:cNvPr>
            <p:cNvSpPr/>
            <p:nvPr/>
          </p:nvSpPr>
          <p:spPr>
            <a:xfrm rot="5400000">
              <a:off x="1569279" y="2919029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4B6FC25-62A4-A5BC-4E00-5D10A6D53B5A}"/>
                </a:ext>
              </a:extLst>
            </p:cNvPr>
            <p:cNvSpPr/>
            <p:nvPr/>
          </p:nvSpPr>
          <p:spPr>
            <a:xfrm rot="5400000">
              <a:off x="1155776" y="291902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6" name="Hexagone 145">
              <a:extLst>
                <a:ext uri="{FF2B5EF4-FFF2-40B4-BE49-F238E27FC236}">
                  <a16:creationId xmlns:a16="http://schemas.microsoft.com/office/drawing/2014/main" id="{AA54BA70-DA61-EB55-7A14-AB92C732AD95}"/>
                </a:ext>
              </a:extLst>
            </p:cNvPr>
            <p:cNvSpPr/>
            <p:nvPr/>
          </p:nvSpPr>
          <p:spPr>
            <a:xfrm rot="5400000">
              <a:off x="2383903" y="343540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61" name="Connecteur droit avec flèche 160">
              <a:extLst>
                <a:ext uri="{FF2B5EF4-FFF2-40B4-BE49-F238E27FC236}">
                  <a16:creationId xmlns:a16="http://schemas.microsoft.com/office/drawing/2014/main" id="{C29E3624-965C-E8F0-F3E0-1DCF7FF75357}"/>
                </a:ext>
              </a:extLst>
            </p:cNvPr>
            <p:cNvCxnSpPr>
              <a:cxnSpLocks/>
            </p:cNvCxnSpPr>
            <p:nvPr/>
          </p:nvCxnSpPr>
          <p:spPr>
            <a:xfrm>
              <a:off x="1373676" y="3093070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6F8E50B4-E9D2-8E70-A8F9-24FBB9BE1FA8}"/>
                </a:ext>
              </a:extLst>
            </p:cNvPr>
            <p:cNvSpPr txBox="1"/>
            <p:nvPr/>
          </p:nvSpPr>
          <p:spPr>
            <a:xfrm>
              <a:off x="1016884" y="1191881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8A19C0FA-A105-F7CE-98E1-6378EA7BE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044995" y="1711934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73F8BBF-C21E-1F67-6B73-6A6E7E5A0EBC}"/>
                </a:ext>
              </a:extLst>
            </p:cNvPr>
            <p:cNvSpPr txBox="1"/>
            <p:nvPr/>
          </p:nvSpPr>
          <p:spPr>
            <a:xfrm>
              <a:off x="2143433" y="1713265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6E7F1672-A665-F7A6-12BE-AF9B88E2D5B4}"/>
              </a:ext>
            </a:extLst>
          </p:cNvPr>
          <p:cNvGrpSpPr/>
          <p:nvPr/>
        </p:nvGrpSpPr>
        <p:grpSpPr>
          <a:xfrm>
            <a:off x="3403710" y="1133500"/>
            <a:ext cx="2131344" cy="3312000"/>
            <a:chOff x="3407500" y="668808"/>
            <a:chExt cx="2131344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BDFCBD-48D9-9CDF-EC20-C6D59F2B4D2D}"/>
                </a:ext>
              </a:extLst>
            </p:cNvPr>
            <p:cNvSpPr/>
            <p:nvPr/>
          </p:nvSpPr>
          <p:spPr>
            <a:xfrm>
              <a:off x="3407500" y="66880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E926DFA-495A-9205-971C-DBE3163423B8}"/>
                </a:ext>
              </a:extLst>
            </p:cNvPr>
            <p:cNvSpPr/>
            <p:nvPr/>
          </p:nvSpPr>
          <p:spPr>
            <a:xfrm>
              <a:off x="3407500" y="668808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2+</a:t>
              </a:r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C91810E8-14BB-BC40-A35A-604C224F25CE}"/>
                </a:ext>
              </a:extLst>
            </p:cNvPr>
            <p:cNvSpPr/>
            <p:nvPr/>
          </p:nvSpPr>
          <p:spPr>
            <a:xfrm>
              <a:off x="3477972" y="349956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EAE76917-F2CD-54A0-4DC3-A2DF8D2DFD88}"/>
                </a:ext>
              </a:extLst>
            </p:cNvPr>
            <p:cNvSpPr txBox="1"/>
            <p:nvPr/>
          </p:nvSpPr>
          <p:spPr>
            <a:xfrm>
              <a:off x="3966753" y="3410222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34" name="Signe Plus 33">
              <a:extLst>
                <a:ext uri="{FF2B5EF4-FFF2-40B4-BE49-F238E27FC236}">
                  <a16:creationId xmlns:a16="http://schemas.microsoft.com/office/drawing/2014/main" id="{5E69588B-006D-35B9-0CE0-E7C683EFECD2}"/>
                </a:ext>
              </a:extLst>
            </p:cNvPr>
            <p:cNvSpPr/>
            <p:nvPr/>
          </p:nvSpPr>
          <p:spPr>
            <a:xfrm>
              <a:off x="4479770" y="3471953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BC7D9E92-69D8-B77F-CED3-46BCFA574D18}"/>
                </a:ext>
              </a:extLst>
            </p:cNvPr>
            <p:cNvSpPr/>
            <p:nvPr/>
          </p:nvSpPr>
          <p:spPr>
            <a:xfrm rot="5400000">
              <a:off x="4679626" y="291062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C5FCD41B-1FCE-8B31-0CF8-E735A5CCE2BA}"/>
                </a:ext>
              </a:extLst>
            </p:cNvPr>
            <p:cNvSpPr/>
            <p:nvPr/>
          </p:nvSpPr>
          <p:spPr>
            <a:xfrm rot="5400000">
              <a:off x="4270351" y="291062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4408FE22-0864-5F5E-1A57-DB907529ECD1}"/>
                </a:ext>
              </a:extLst>
            </p:cNvPr>
            <p:cNvSpPr/>
            <p:nvPr/>
          </p:nvSpPr>
          <p:spPr>
            <a:xfrm rot="5400000">
              <a:off x="3861076" y="290909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Hexagone 39">
              <a:extLst>
                <a:ext uri="{FF2B5EF4-FFF2-40B4-BE49-F238E27FC236}">
                  <a16:creationId xmlns:a16="http://schemas.microsoft.com/office/drawing/2014/main" id="{24F19479-5527-77AC-C446-D9C36B2DA6E3}"/>
                </a:ext>
              </a:extLst>
            </p:cNvPr>
            <p:cNvSpPr/>
            <p:nvPr/>
          </p:nvSpPr>
          <p:spPr>
            <a:xfrm rot="5400000">
              <a:off x="4816880" y="342822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5EAA741A-C23A-B871-AC6E-CFED5D0B50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9076" y="3094595"/>
              <a:ext cx="875706" cy="321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1836526D-2B59-F50E-83F3-A5EF9E301483}"/>
                </a:ext>
              </a:extLst>
            </p:cNvPr>
            <p:cNvSpPr txBox="1"/>
            <p:nvPr/>
          </p:nvSpPr>
          <p:spPr>
            <a:xfrm>
              <a:off x="3449861" y="1184697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0527C63D-3EC5-EEA9-A5E8-90AD45E307A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3477972" y="1704750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BDB70F26-D652-FB2C-43F0-074E631D244D}"/>
                </a:ext>
              </a:extLst>
            </p:cNvPr>
            <p:cNvSpPr txBox="1"/>
            <p:nvPr/>
          </p:nvSpPr>
          <p:spPr>
            <a:xfrm>
              <a:off x="4576409" y="1706081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017B3170-D423-F43A-C36F-38FF4FAF1BA2}"/>
              </a:ext>
            </a:extLst>
          </p:cNvPr>
          <p:cNvGrpSpPr/>
          <p:nvPr/>
        </p:nvGrpSpPr>
        <p:grpSpPr>
          <a:xfrm>
            <a:off x="5775353" y="1134414"/>
            <a:ext cx="2141614" cy="3312000"/>
            <a:chOff x="5790181" y="675992"/>
            <a:chExt cx="2141614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077260A-82A5-1B26-A538-CB3D42CC5592}"/>
                </a:ext>
              </a:extLst>
            </p:cNvPr>
            <p:cNvSpPr/>
            <p:nvPr/>
          </p:nvSpPr>
          <p:spPr>
            <a:xfrm>
              <a:off x="5790181" y="67599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62E2D4F-450E-2987-B2C9-4C828FBE0E5A}"/>
                </a:ext>
              </a:extLst>
            </p:cNvPr>
            <p:cNvSpPr/>
            <p:nvPr/>
          </p:nvSpPr>
          <p:spPr>
            <a:xfrm>
              <a:off x="5790181" y="675992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1+</a:t>
              </a:r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0A218956-C639-3E91-E0FD-D27A28FDC4E2}"/>
                </a:ext>
              </a:extLst>
            </p:cNvPr>
            <p:cNvSpPr/>
            <p:nvPr/>
          </p:nvSpPr>
          <p:spPr>
            <a:xfrm>
              <a:off x="5870923" y="350675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55D30D8B-9169-DB7D-5AEF-709BB275284A}"/>
                </a:ext>
              </a:extLst>
            </p:cNvPr>
            <p:cNvSpPr txBox="1"/>
            <p:nvPr/>
          </p:nvSpPr>
          <p:spPr>
            <a:xfrm>
              <a:off x="6359704" y="3417406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59" name="Signe Plus 58">
              <a:extLst>
                <a:ext uri="{FF2B5EF4-FFF2-40B4-BE49-F238E27FC236}">
                  <a16:creationId xmlns:a16="http://schemas.microsoft.com/office/drawing/2014/main" id="{A619C29D-9D56-E945-A4D3-22373F0CAA49}"/>
                </a:ext>
              </a:extLst>
            </p:cNvPr>
            <p:cNvSpPr/>
            <p:nvPr/>
          </p:nvSpPr>
          <p:spPr>
            <a:xfrm>
              <a:off x="6872721" y="3479137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8F5C6206-7355-BC30-D8EF-E26F0C4C1621}"/>
                </a:ext>
              </a:extLst>
            </p:cNvPr>
            <p:cNvSpPr/>
            <p:nvPr/>
          </p:nvSpPr>
          <p:spPr>
            <a:xfrm rot="5400000">
              <a:off x="6880449" y="2919029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944BF5CB-946E-986F-9488-667845B283B6}"/>
                </a:ext>
              </a:extLst>
            </p:cNvPr>
            <p:cNvSpPr/>
            <p:nvPr/>
          </p:nvSpPr>
          <p:spPr>
            <a:xfrm rot="5400000">
              <a:off x="6457808" y="291742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A89183D8-7E1E-62A7-0F60-FF7B53A590A6}"/>
                </a:ext>
              </a:extLst>
            </p:cNvPr>
            <p:cNvSpPr/>
            <p:nvPr/>
          </p:nvSpPr>
          <p:spPr>
            <a:xfrm rot="5400000">
              <a:off x="7209831" y="343540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121B7FC6-1A12-6F54-CA4A-072AA0D2E17B}"/>
                </a:ext>
              </a:extLst>
            </p:cNvPr>
            <p:cNvCxnSpPr>
              <a:cxnSpLocks/>
            </p:cNvCxnSpPr>
            <p:nvPr/>
          </p:nvCxnSpPr>
          <p:spPr>
            <a:xfrm>
              <a:off x="6654184" y="3090320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8D46610C-48BB-59B3-BE79-27277947DD4B}"/>
                </a:ext>
              </a:extLst>
            </p:cNvPr>
            <p:cNvSpPr txBox="1"/>
            <p:nvPr/>
          </p:nvSpPr>
          <p:spPr>
            <a:xfrm>
              <a:off x="5842812" y="1191881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3904BB82-28F1-B88B-66F1-4EBE460C2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5870923" y="1711934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00AB2E21-8073-19A6-151A-7A6A9EBE0077}"/>
                </a:ext>
              </a:extLst>
            </p:cNvPr>
            <p:cNvSpPr txBox="1"/>
            <p:nvPr/>
          </p:nvSpPr>
          <p:spPr>
            <a:xfrm>
              <a:off x="6969360" y="1713265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8972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0B68-7632-FA1D-7708-38C5C6546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26F455A1-A68F-A8EC-61FC-A9B193C04B3B}"/>
              </a:ext>
            </a:extLst>
          </p:cNvPr>
          <p:cNvGrpSpPr/>
          <p:nvPr/>
        </p:nvGrpSpPr>
        <p:grpSpPr>
          <a:xfrm>
            <a:off x="6193101" y="848363"/>
            <a:ext cx="2124000" cy="3312000"/>
            <a:chOff x="6096000" y="400688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CF65410-E196-C12A-7BDC-1178E3AE2741}"/>
                </a:ext>
              </a:extLst>
            </p:cNvPr>
            <p:cNvSpPr/>
            <p:nvPr/>
          </p:nvSpPr>
          <p:spPr>
            <a:xfrm>
              <a:off x="6096000" y="40068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37670AB-A6A1-2BCC-4674-A1EB00134DE6}"/>
                </a:ext>
              </a:extLst>
            </p:cNvPr>
            <p:cNvSpPr/>
            <p:nvPr/>
          </p:nvSpPr>
          <p:spPr>
            <a:xfrm>
              <a:off x="6096000" y="400688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86C15204-B1BB-4A83-B44E-70A782C89F75}"/>
                </a:ext>
              </a:extLst>
            </p:cNvPr>
            <p:cNvSpPr/>
            <p:nvPr/>
          </p:nvSpPr>
          <p:spPr>
            <a:xfrm>
              <a:off x="6171730" y="325064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9B0E6C3E-970F-4E2F-88EB-970F2A8A8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6688140" y="1640496"/>
              <a:ext cx="1096854" cy="197766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038174EE-8FB2-21C0-140A-F60F5B679B54}"/>
                </a:ext>
              </a:extLst>
            </p:cNvPr>
            <p:cNvSpPr txBox="1"/>
            <p:nvPr/>
          </p:nvSpPr>
          <p:spPr>
            <a:xfrm>
              <a:off x="6290240" y="935268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4DA63760-5AA4-7681-DBC8-949D5D657420}"/>
              </a:ext>
            </a:extLst>
          </p:cNvPr>
          <p:cNvGrpSpPr/>
          <p:nvPr/>
        </p:nvGrpSpPr>
        <p:grpSpPr>
          <a:xfrm>
            <a:off x="8809222" y="848363"/>
            <a:ext cx="2124000" cy="3312000"/>
            <a:chOff x="8809222" y="401919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7BDAE4F-CE30-E145-A3AC-AE64D5701AF6}"/>
                </a:ext>
              </a:extLst>
            </p:cNvPr>
            <p:cNvSpPr/>
            <p:nvPr/>
          </p:nvSpPr>
          <p:spPr>
            <a:xfrm>
              <a:off x="8809222" y="401919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C903D28-4A2B-7899-9295-EDDD2538DBDE}"/>
                </a:ext>
              </a:extLst>
            </p:cNvPr>
            <p:cNvSpPr/>
            <p:nvPr/>
          </p:nvSpPr>
          <p:spPr>
            <a:xfrm>
              <a:off x="8809222" y="401919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 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79823A94-9156-FD6E-D3A7-EB95279F0B1A}"/>
                </a:ext>
              </a:extLst>
            </p:cNvPr>
            <p:cNvSpPr/>
            <p:nvPr/>
          </p:nvSpPr>
          <p:spPr>
            <a:xfrm>
              <a:off x="8884952" y="32518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5487BA23-677A-DDE0-9B78-E64C0E9631C9}"/>
                </a:ext>
              </a:extLst>
            </p:cNvPr>
            <p:cNvSpPr txBox="1"/>
            <p:nvPr/>
          </p:nvSpPr>
          <p:spPr>
            <a:xfrm>
              <a:off x="8884953" y="877139"/>
              <a:ext cx="184702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une tuile adjacente à une montagne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23771347-95AA-8EA1-C8C1-16F8E55AC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9370170" y="1652629"/>
              <a:ext cx="1437833" cy="1953578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9F603C41-C641-E60F-94A7-31B6D7D9E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8975493" y="1954326"/>
              <a:ext cx="664136" cy="499225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25AC02B6-6BEB-DEBD-16C0-71ADA2226E64}"/>
              </a:ext>
            </a:extLst>
          </p:cNvPr>
          <p:cNvSpPr/>
          <p:nvPr/>
        </p:nvSpPr>
        <p:spPr>
          <a:xfrm>
            <a:off x="378723" y="5964043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4B9B9AAF-17A5-977C-38D5-39AA03AB4D16}"/>
              </a:ext>
            </a:extLst>
          </p:cNvPr>
          <p:cNvGrpSpPr/>
          <p:nvPr/>
        </p:nvGrpSpPr>
        <p:grpSpPr>
          <a:xfrm>
            <a:off x="3576980" y="848363"/>
            <a:ext cx="2124000" cy="3312000"/>
            <a:chOff x="3510540" y="410435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2EE68D3-177E-3D10-163E-C659BE51C153}"/>
                </a:ext>
              </a:extLst>
            </p:cNvPr>
            <p:cNvSpPr/>
            <p:nvPr/>
          </p:nvSpPr>
          <p:spPr>
            <a:xfrm>
              <a:off x="3510540" y="410435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06BB44F-AE76-4533-794B-432544D1D03E}"/>
                </a:ext>
              </a:extLst>
            </p:cNvPr>
            <p:cNvSpPr/>
            <p:nvPr/>
          </p:nvSpPr>
          <p:spPr>
            <a:xfrm>
              <a:off x="3510540" y="410435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</a:t>
              </a:r>
            </a:p>
          </p:txBody>
        </p:sp>
        <p:sp>
          <p:nvSpPr>
            <p:cNvPr id="7" name="Cercle : creux 6">
              <a:extLst>
                <a:ext uri="{FF2B5EF4-FFF2-40B4-BE49-F238E27FC236}">
                  <a16:creationId xmlns:a16="http://schemas.microsoft.com/office/drawing/2014/main" id="{1DDB70EE-E736-85F9-356D-A079702443E3}"/>
                </a:ext>
              </a:extLst>
            </p:cNvPr>
            <p:cNvSpPr/>
            <p:nvPr/>
          </p:nvSpPr>
          <p:spPr>
            <a:xfrm>
              <a:off x="3560549" y="327845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</a:p>
          </p:txBody>
        </p:sp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A44202AD-0FC2-94DE-2184-73D1C6DB3C61}"/>
                </a:ext>
              </a:extLst>
            </p:cNvPr>
            <p:cNvSpPr/>
            <p:nvPr/>
          </p:nvSpPr>
          <p:spPr>
            <a:xfrm rot="5400000">
              <a:off x="4696048" y="3232835"/>
              <a:ext cx="396000" cy="360000"/>
            </a:xfrm>
            <a:prstGeom prst="hexagon">
              <a:avLst/>
            </a:prstGeom>
            <a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0DD9F742-1ECE-F8C0-CDC3-2ED46A654D87}"/>
                </a:ext>
              </a:extLst>
            </p:cNvPr>
            <p:cNvSpPr/>
            <p:nvPr/>
          </p:nvSpPr>
          <p:spPr>
            <a:xfrm rot="5400000">
              <a:off x="4282545" y="323283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4EC241AA-F64F-19EA-68FE-6C8F882EBB73}"/>
                </a:ext>
              </a:extLst>
            </p:cNvPr>
            <p:cNvCxnSpPr>
              <a:cxnSpLocks/>
            </p:cNvCxnSpPr>
            <p:nvPr/>
          </p:nvCxnSpPr>
          <p:spPr>
            <a:xfrm>
              <a:off x="4482486" y="3420085"/>
              <a:ext cx="50489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10467A1A-9FCF-3330-DC43-C4AC3CC6B310}"/>
                </a:ext>
              </a:extLst>
            </p:cNvPr>
            <p:cNvSpPr txBox="1"/>
            <p:nvPr/>
          </p:nvSpPr>
          <p:spPr>
            <a:xfrm>
              <a:off x="3631466" y="945175"/>
              <a:ext cx="18496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26" name="Image 25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3828FF85-515A-844E-3991-2BF70EBFE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03" t="15463" r="18993" b="12351"/>
            <a:stretch>
              <a:fillRect/>
            </a:stretch>
          </p:blipFill>
          <p:spPr>
            <a:xfrm>
              <a:off x="3852144" y="1410149"/>
              <a:ext cx="1408308" cy="1644955"/>
            </a:xfrm>
            <a:prstGeom prst="rect">
              <a:avLst/>
            </a:prstGeom>
          </p:spPr>
        </p:pic>
      </p:grpSp>
      <p:grpSp>
        <p:nvGrpSpPr>
          <p:cNvPr id="145" name="Groupe 144">
            <a:extLst>
              <a:ext uri="{FF2B5EF4-FFF2-40B4-BE49-F238E27FC236}">
                <a16:creationId xmlns:a16="http://schemas.microsoft.com/office/drawing/2014/main" id="{86D263C5-D2AF-A259-2EAE-99CAC5A2CA30}"/>
              </a:ext>
            </a:extLst>
          </p:cNvPr>
          <p:cNvGrpSpPr/>
          <p:nvPr/>
        </p:nvGrpSpPr>
        <p:grpSpPr>
          <a:xfrm>
            <a:off x="850998" y="848363"/>
            <a:ext cx="2124000" cy="3312000"/>
            <a:chOff x="9705589" y="685825"/>
            <a:chExt cx="2124000" cy="3312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435FD56-AD76-3DD4-D746-06F20E32E5FA}"/>
                </a:ext>
              </a:extLst>
            </p:cNvPr>
            <p:cNvSpPr/>
            <p:nvPr/>
          </p:nvSpPr>
          <p:spPr>
            <a:xfrm>
              <a:off x="9705589" y="685825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5293A27-08B1-1D1A-FE08-FFEAB64573C8}"/>
                </a:ext>
              </a:extLst>
            </p:cNvPr>
            <p:cNvSpPr/>
            <p:nvPr/>
          </p:nvSpPr>
          <p:spPr>
            <a:xfrm>
              <a:off x="9705589" y="685825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 lointaine</a:t>
              </a:r>
            </a:p>
          </p:txBody>
        </p:sp>
        <p:sp>
          <p:nvSpPr>
            <p:cNvPr id="21" name="Cercle : creux 20">
              <a:extLst>
                <a:ext uri="{FF2B5EF4-FFF2-40B4-BE49-F238E27FC236}">
                  <a16:creationId xmlns:a16="http://schemas.microsoft.com/office/drawing/2014/main" id="{3B7472A6-26E3-22B1-3D95-2C25E0B19835}"/>
                </a:ext>
              </a:extLst>
            </p:cNvPr>
            <p:cNvSpPr/>
            <p:nvPr/>
          </p:nvSpPr>
          <p:spPr>
            <a:xfrm>
              <a:off x="9786331" y="3516583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0B2D6D9-AF5C-1149-7B7D-B10340079AB4}"/>
                </a:ext>
              </a:extLst>
            </p:cNvPr>
            <p:cNvSpPr txBox="1"/>
            <p:nvPr/>
          </p:nvSpPr>
          <p:spPr>
            <a:xfrm>
              <a:off x="9807874" y="1220565"/>
              <a:ext cx="191943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68F94FF1-D365-0A93-6353-EE0C13615245}"/>
                </a:ext>
              </a:extLst>
            </p:cNvPr>
            <p:cNvSpPr/>
            <p:nvPr/>
          </p:nvSpPr>
          <p:spPr>
            <a:xfrm rot="5400000">
              <a:off x="11167559" y="3506970"/>
              <a:ext cx="396000" cy="360000"/>
            </a:xfrm>
            <a:prstGeom prst="hexagon">
              <a:avLst/>
            </a:prstGeom>
            <a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Hexagone 24">
              <a:extLst>
                <a:ext uri="{FF2B5EF4-FFF2-40B4-BE49-F238E27FC236}">
                  <a16:creationId xmlns:a16="http://schemas.microsoft.com/office/drawing/2014/main" id="{5431748B-775D-DAAD-2282-30F0BCA6E22E}"/>
                </a:ext>
              </a:extLst>
            </p:cNvPr>
            <p:cNvSpPr/>
            <p:nvPr/>
          </p:nvSpPr>
          <p:spPr>
            <a:xfrm rot="5400000">
              <a:off x="10349009" y="350544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9" name="Connecteur droit avec flèche 28">
              <a:extLst>
                <a:ext uri="{FF2B5EF4-FFF2-40B4-BE49-F238E27FC236}">
                  <a16:creationId xmlns:a16="http://schemas.microsoft.com/office/drawing/2014/main" id="{CF45E471-EEF5-1B1D-6185-4EEC0112EA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47009" y="3690944"/>
              <a:ext cx="875706" cy="321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0" name="Image 49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7D24BD9B-31DA-FF9E-6C5E-8B2C64001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9936440" y="2000965"/>
              <a:ext cx="1564884" cy="114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3864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739CD-E592-6032-6B3E-E309331A3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4876ECD5-A681-9B69-0B13-34586BCB8D6F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F46721F6-3E77-2BD7-9485-8A02069410BD}"/>
              </a:ext>
            </a:extLst>
          </p:cNvPr>
          <p:cNvGrpSpPr/>
          <p:nvPr/>
        </p:nvGrpSpPr>
        <p:grpSpPr>
          <a:xfrm>
            <a:off x="8735287" y="557331"/>
            <a:ext cx="2124000" cy="3312000"/>
            <a:chOff x="8735287" y="557331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E5B1B14-B946-A365-36AC-7B4635C37801}"/>
                </a:ext>
              </a:extLst>
            </p:cNvPr>
            <p:cNvSpPr/>
            <p:nvPr/>
          </p:nvSpPr>
          <p:spPr>
            <a:xfrm>
              <a:off x="8735287" y="55733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4D73BC5-C39B-EE1A-19F4-5BCD18D2C120}"/>
                </a:ext>
              </a:extLst>
            </p:cNvPr>
            <p:cNvSpPr/>
            <p:nvPr/>
          </p:nvSpPr>
          <p:spPr>
            <a:xfrm>
              <a:off x="8735287" y="55733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</a:t>
              </a:r>
            </a:p>
          </p:txBody>
        </p:sp>
        <p:sp>
          <p:nvSpPr>
            <p:cNvPr id="133" name="Cercle : creux 132">
              <a:extLst>
                <a:ext uri="{FF2B5EF4-FFF2-40B4-BE49-F238E27FC236}">
                  <a16:creationId xmlns:a16="http://schemas.microsoft.com/office/drawing/2014/main" id="{55F040D0-6814-1347-DBDD-665F10DFFE92}"/>
                </a:ext>
              </a:extLst>
            </p:cNvPr>
            <p:cNvSpPr/>
            <p:nvPr/>
          </p:nvSpPr>
          <p:spPr>
            <a:xfrm>
              <a:off x="8814260" y="343094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48" name="Hexagone 147">
              <a:extLst>
                <a:ext uri="{FF2B5EF4-FFF2-40B4-BE49-F238E27FC236}">
                  <a16:creationId xmlns:a16="http://schemas.microsoft.com/office/drawing/2014/main" id="{99D09456-D2F1-4E0D-1B6E-C3006753F764}"/>
                </a:ext>
              </a:extLst>
            </p:cNvPr>
            <p:cNvSpPr/>
            <p:nvPr/>
          </p:nvSpPr>
          <p:spPr>
            <a:xfrm rot="5400000">
              <a:off x="9897833" y="280552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1B26FE77-7FF5-2FBF-40D2-1E61186D8344}"/>
                </a:ext>
              </a:extLst>
            </p:cNvPr>
            <p:cNvSpPr/>
            <p:nvPr/>
          </p:nvSpPr>
          <p:spPr>
            <a:xfrm>
              <a:off x="9208142" y="2805524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0" name="Connecteur droit avec flèche 149">
              <a:extLst>
                <a:ext uri="{FF2B5EF4-FFF2-40B4-BE49-F238E27FC236}">
                  <a16:creationId xmlns:a16="http://schemas.microsoft.com/office/drawing/2014/main" id="{36DED16B-6B28-6A56-55FC-34EBF56D3100}"/>
                </a:ext>
              </a:extLst>
            </p:cNvPr>
            <p:cNvCxnSpPr>
              <a:cxnSpLocks/>
            </p:cNvCxnSpPr>
            <p:nvPr/>
          </p:nvCxnSpPr>
          <p:spPr>
            <a:xfrm>
              <a:off x="9610403" y="2985524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A9DB8A99-ECD4-E802-5BA6-24ED6C1FC2E0}"/>
                </a:ext>
              </a:extLst>
            </p:cNvPr>
            <p:cNvSpPr txBox="1"/>
            <p:nvPr/>
          </p:nvSpPr>
          <p:spPr>
            <a:xfrm>
              <a:off x="8824580" y="1128295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37465CFE-1104-35F4-D828-5A7057085AAC}"/>
                </a:ext>
              </a:extLst>
            </p:cNvPr>
            <p:cNvSpPr txBox="1"/>
            <p:nvPr/>
          </p:nvSpPr>
          <p:spPr>
            <a:xfrm>
              <a:off x="8824580" y="1669137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EB0D8F05-81CD-13E0-6979-7DC2331D1F9F}"/>
              </a:ext>
            </a:extLst>
          </p:cNvPr>
          <p:cNvGrpSpPr/>
          <p:nvPr/>
        </p:nvGrpSpPr>
        <p:grpSpPr>
          <a:xfrm>
            <a:off x="908619" y="557331"/>
            <a:ext cx="2124000" cy="3312000"/>
            <a:chOff x="908619" y="557331"/>
            <a:chExt cx="2124000" cy="3312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0E4B82-A01A-FE14-F2BE-DA510B7B7AD6}"/>
                </a:ext>
              </a:extLst>
            </p:cNvPr>
            <p:cNvSpPr/>
            <p:nvPr/>
          </p:nvSpPr>
          <p:spPr>
            <a:xfrm>
              <a:off x="908619" y="55733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62BE9D0-E58D-07B3-A710-73E19406F76A}"/>
                </a:ext>
              </a:extLst>
            </p:cNvPr>
            <p:cNvSpPr/>
            <p:nvPr/>
          </p:nvSpPr>
          <p:spPr>
            <a:xfrm>
              <a:off x="908619" y="55733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3+</a:t>
              </a:r>
            </a:p>
          </p:txBody>
        </p:sp>
        <p:sp>
          <p:nvSpPr>
            <p:cNvPr id="11" name="Cercle : creux 10">
              <a:extLst>
                <a:ext uri="{FF2B5EF4-FFF2-40B4-BE49-F238E27FC236}">
                  <a16:creationId xmlns:a16="http://schemas.microsoft.com/office/drawing/2014/main" id="{95FD511F-E867-7FD6-7BF3-7066492EE5A1}"/>
                </a:ext>
              </a:extLst>
            </p:cNvPr>
            <p:cNvSpPr/>
            <p:nvPr/>
          </p:nvSpPr>
          <p:spPr>
            <a:xfrm>
              <a:off x="1016782" y="342483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CDAA4A4D-9DDE-FE8F-579C-B9A5CBE543B3}"/>
                </a:ext>
              </a:extLst>
            </p:cNvPr>
            <p:cNvSpPr txBox="1"/>
            <p:nvPr/>
          </p:nvSpPr>
          <p:spPr>
            <a:xfrm>
              <a:off x="1445748" y="3406196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3" name="Signe Plus 12">
              <a:extLst>
                <a:ext uri="{FF2B5EF4-FFF2-40B4-BE49-F238E27FC236}">
                  <a16:creationId xmlns:a16="http://schemas.microsoft.com/office/drawing/2014/main" id="{185A85E3-2F72-D26D-FDD8-51C6596262F2}"/>
                </a:ext>
              </a:extLst>
            </p:cNvPr>
            <p:cNvSpPr/>
            <p:nvPr/>
          </p:nvSpPr>
          <p:spPr>
            <a:xfrm>
              <a:off x="1965642" y="3483754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Hexagone 13">
              <a:extLst>
                <a:ext uri="{FF2B5EF4-FFF2-40B4-BE49-F238E27FC236}">
                  <a16:creationId xmlns:a16="http://schemas.microsoft.com/office/drawing/2014/main" id="{F8849434-526F-F41B-DE35-D575A7B8712A}"/>
                </a:ext>
              </a:extLst>
            </p:cNvPr>
            <p:cNvSpPr/>
            <p:nvPr/>
          </p:nvSpPr>
          <p:spPr>
            <a:xfrm rot="5400000">
              <a:off x="2487402" y="284243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378C27E-EDED-A1A9-01DE-B4DEEE7EF7B6}"/>
                </a:ext>
              </a:extLst>
            </p:cNvPr>
            <p:cNvSpPr/>
            <p:nvPr/>
          </p:nvSpPr>
          <p:spPr>
            <a:xfrm>
              <a:off x="1068565" y="2842436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E66FAFFF-4241-C013-18F2-BC2EC9719D5E}"/>
                </a:ext>
              </a:extLst>
            </p:cNvPr>
            <p:cNvSpPr/>
            <p:nvPr/>
          </p:nvSpPr>
          <p:spPr>
            <a:xfrm>
              <a:off x="1434891" y="2842436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0F0B30B-3E3B-4BA8-FF5D-80EFE0DB45EA}"/>
                </a:ext>
              </a:extLst>
            </p:cNvPr>
            <p:cNvSpPr/>
            <p:nvPr/>
          </p:nvSpPr>
          <p:spPr>
            <a:xfrm>
              <a:off x="1797711" y="2842436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197217F-0BFD-CECA-B131-BFB6011BC4B4}"/>
                </a:ext>
              </a:extLst>
            </p:cNvPr>
            <p:cNvSpPr/>
            <p:nvPr/>
          </p:nvSpPr>
          <p:spPr>
            <a:xfrm>
              <a:off x="2259151" y="3429754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D9CF1B5-7CA4-3EA8-E093-9F95E3CC748C}"/>
                </a:ext>
              </a:extLst>
            </p:cNvPr>
            <p:cNvCxnSpPr>
              <a:cxnSpLocks/>
            </p:cNvCxnSpPr>
            <p:nvPr/>
          </p:nvCxnSpPr>
          <p:spPr>
            <a:xfrm>
              <a:off x="2199972" y="3022436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ZoneTexte 151">
              <a:extLst>
                <a:ext uri="{FF2B5EF4-FFF2-40B4-BE49-F238E27FC236}">
                  <a16:creationId xmlns:a16="http://schemas.microsoft.com/office/drawing/2014/main" id="{57E2D47D-D8B6-B31D-0410-5BFC5B3A4261}"/>
                </a:ext>
              </a:extLst>
            </p:cNvPr>
            <p:cNvSpPr txBox="1"/>
            <p:nvPr/>
          </p:nvSpPr>
          <p:spPr>
            <a:xfrm>
              <a:off x="989275" y="1085172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153" name="ZoneTexte 152">
              <a:extLst>
                <a:ext uri="{FF2B5EF4-FFF2-40B4-BE49-F238E27FC236}">
                  <a16:creationId xmlns:a16="http://schemas.microsoft.com/office/drawing/2014/main" id="{6B8F023B-73A6-9D60-8CF7-B311634582F3}"/>
                </a:ext>
              </a:extLst>
            </p:cNvPr>
            <p:cNvSpPr txBox="1"/>
            <p:nvPr/>
          </p:nvSpPr>
          <p:spPr>
            <a:xfrm>
              <a:off x="1016782" y="1762076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AF531564-38BE-334E-FCC9-939EC1151BAA}"/>
                </a:ext>
              </a:extLst>
            </p:cNvPr>
            <p:cNvSpPr txBox="1"/>
            <p:nvPr/>
          </p:nvSpPr>
          <p:spPr>
            <a:xfrm>
              <a:off x="1003695" y="2257803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509553E3-0B9E-D5AB-571A-B87B78DAA342}"/>
              </a:ext>
            </a:extLst>
          </p:cNvPr>
          <p:cNvGrpSpPr/>
          <p:nvPr/>
        </p:nvGrpSpPr>
        <p:grpSpPr>
          <a:xfrm>
            <a:off x="3517508" y="557331"/>
            <a:ext cx="2124000" cy="3312000"/>
            <a:chOff x="3517508" y="557331"/>
            <a:chExt cx="2124000" cy="3312000"/>
          </a:xfrm>
        </p:grpSpPr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A6F5C2CD-D935-621D-36D8-0FD45B389373}"/>
                </a:ext>
              </a:extLst>
            </p:cNvPr>
            <p:cNvSpPr/>
            <p:nvPr/>
          </p:nvSpPr>
          <p:spPr>
            <a:xfrm>
              <a:off x="3517508" y="55733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FC3B1CB-2347-A8DD-CC42-35D922F3EA9A}"/>
                </a:ext>
              </a:extLst>
            </p:cNvPr>
            <p:cNvSpPr/>
            <p:nvPr/>
          </p:nvSpPr>
          <p:spPr>
            <a:xfrm>
              <a:off x="3517508" y="55733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2+</a:t>
              </a:r>
            </a:p>
          </p:txBody>
        </p:sp>
        <p:sp>
          <p:nvSpPr>
            <p:cNvPr id="156" name="Cercle : creux 155">
              <a:extLst>
                <a:ext uri="{FF2B5EF4-FFF2-40B4-BE49-F238E27FC236}">
                  <a16:creationId xmlns:a16="http://schemas.microsoft.com/office/drawing/2014/main" id="{439CCA5A-A497-BE93-B50F-43CE81FE00BD}"/>
                </a:ext>
              </a:extLst>
            </p:cNvPr>
            <p:cNvSpPr/>
            <p:nvPr/>
          </p:nvSpPr>
          <p:spPr>
            <a:xfrm>
              <a:off x="3629888" y="340517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57" name="ZoneTexte 156">
              <a:extLst>
                <a:ext uri="{FF2B5EF4-FFF2-40B4-BE49-F238E27FC236}">
                  <a16:creationId xmlns:a16="http://schemas.microsoft.com/office/drawing/2014/main" id="{D1C38CCA-4D45-383B-93E2-8F5FD1E66042}"/>
                </a:ext>
              </a:extLst>
            </p:cNvPr>
            <p:cNvSpPr txBox="1"/>
            <p:nvPr/>
          </p:nvSpPr>
          <p:spPr>
            <a:xfrm>
              <a:off x="4058854" y="3386532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58" name="Signe Plus 157">
              <a:extLst>
                <a:ext uri="{FF2B5EF4-FFF2-40B4-BE49-F238E27FC236}">
                  <a16:creationId xmlns:a16="http://schemas.microsoft.com/office/drawing/2014/main" id="{531771F8-57F1-E423-9C4B-73D29578CA04}"/>
                </a:ext>
              </a:extLst>
            </p:cNvPr>
            <p:cNvSpPr/>
            <p:nvPr/>
          </p:nvSpPr>
          <p:spPr>
            <a:xfrm>
              <a:off x="4578748" y="3464090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Hexagone 158">
              <a:extLst>
                <a:ext uri="{FF2B5EF4-FFF2-40B4-BE49-F238E27FC236}">
                  <a16:creationId xmlns:a16="http://schemas.microsoft.com/office/drawing/2014/main" id="{769C5E5C-3424-3007-9E82-705CABA71FB2}"/>
                </a:ext>
              </a:extLst>
            </p:cNvPr>
            <p:cNvSpPr/>
            <p:nvPr/>
          </p:nvSpPr>
          <p:spPr>
            <a:xfrm rot="5400000">
              <a:off x="4892235" y="2822542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0" name="Ellipse 169">
              <a:extLst>
                <a:ext uri="{FF2B5EF4-FFF2-40B4-BE49-F238E27FC236}">
                  <a16:creationId xmlns:a16="http://schemas.microsoft.com/office/drawing/2014/main" id="{185E6853-9116-0F10-6EB7-48157116DBD2}"/>
                </a:ext>
              </a:extLst>
            </p:cNvPr>
            <p:cNvSpPr/>
            <p:nvPr/>
          </p:nvSpPr>
          <p:spPr>
            <a:xfrm>
              <a:off x="3839724" y="2822542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C9C14C52-486D-D4F7-4247-0673FE7C6E7E}"/>
                </a:ext>
              </a:extLst>
            </p:cNvPr>
            <p:cNvSpPr/>
            <p:nvPr/>
          </p:nvSpPr>
          <p:spPr>
            <a:xfrm>
              <a:off x="4202544" y="2822542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3" name="Ellipse 172">
              <a:extLst>
                <a:ext uri="{FF2B5EF4-FFF2-40B4-BE49-F238E27FC236}">
                  <a16:creationId xmlns:a16="http://schemas.microsoft.com/office/drawing/2014/main" id="{15589469-2DE8-3F18-350C-B3D291B76D9C}"/>
                </a:ext>
              </a:extLst>
            </p:cNvPr>
            <p:cNvSpPr/>
            <p:nvPr/>
          </p:nvSpPr>
          <p:spPr>
            <a:xfrm>
              <a:off x="4872257" y="3410090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74" name="Connecteur droit avec flèche 173">
              <a:extLst>
                <a:ext uri="{FF2B5EF4-FFF2-40B4-BE49-F238E27FC236}">
                  <a16:creationId xmlns:a16="http://schemas.microsoft.com/office/drawing/2014/main" id="{6FEFDB93-D9D4-A4DC-905C-8F57011FD091}"/>
                </a:ext>
              </a:extLst>
            </p:cNvPr>
            <p:cNvCxnSpPr>
              <a:cxnSpLocks/>
            </p:cNvCxnSpPr>
            <p:nvPr/>
          </p:nvCxnSpPr>
          <p:spPr>
            <a:xfrm>
              <a:off x="4604805" y="3002542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" name="ZoneTexte 174">
              <a:extLst>
                <a:ext uri="{FF2B5EF4-FFF2-40B4-BE49-F238E27FC236}">
                  <a16:creationId xmlns:a16="http://schemas.microsoft.com/office/drawing/2014/main" id="{1CA830AB-D624-42AB-69C6-772C75788503}"/>
                </a:ext>
              </a:extLst>
            </p:cNvPr>
            <p:cNvSpPr txBox="1"/>
            <p:nvPr/>
          </p:nvSpPr>
          <p:spPr>
            <a:xfrm>
              <a:off x="3602381" y="1065508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176" name="ZoneTexte 175">
              <a:extLst>
                <a:ext uri="{FF2B5EF4-FFF2-40B4-BE49-F238E27FC236}">
                  <a16:creationId xmlns:a16="http://schemas.microsoft.com/office/drawing/2014/main" id="{3A7CB192-E339-187F-ECA4-B61B4030E8E7}"/>
                </a:ext>
              </a:extLst>
            </p:cNvPr>
            <p:cNvSpPr txBox="1"/>
            <p:nvPr/>
          </p:nvSpPr>
          <p:spPr>
            <a:xfrm>
              <a:off x="3629888" y="1742412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268B770E-E6AD-863A-EFCB-593F8D3DAD2F}"/>
                </a:ext>
              </a:extLst>
            </p:cNvPr>
            <p:cNvSpPr txBox="1"/>
            <p:nvPr/>
          </p:nvSpPr>
          <p:spPr>
            <a:xfrm>
              <a:off x="3646113" y="228163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E029D241-7CF5-CDE3-7C86-D52A92AD9D2A}"/>
              </a:ext>
            </a:extLst>
          </p:cNvPr>
          <p:cNvGrpSpPr/>
          <p:nvPr/>
        </p:nvGrpSpPr>
        <p:grpSpPr>
          <a:xfrm>
            <a:off x="6126397" y="557331"/>
            <a:ext cx="2124000" cy="3312000"/>
            <a:chOff x="6126397" y="557331"/>
            <a:chExt cx="2124000" cy="3312000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AD6E6596-DB44-4B3D-18D9-D7D0F1ABE88E}"/>
                </a:ext>
              </a:extLst>
            </p:cNvPr>
            <p:cNvSpPr/>
            <p:nvPr/>
          </p:nvSpPr>
          <p:spPr>
            <a:xfrm>
              <a:off x="6126397" y="55733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B6A01D8C-7314-03C1-8243-C50FD5F4FEB4}"/>
                </a:ext>
              </a:extLst>
            </p:cNvPr>
            <p:cNvSpPr/>
            <p:nvPr/>
          </p:nvSpPr>
          <p:spPr>
            <a:xfrm>
              <a:off x="6126397" y="55733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1+</a:t>
              </a:r>
            </a:p>
          </p:txBody>
        </p:sp>
        <p:sp>
          <p:nvSpPr>
            <p:cNvPr id="179" name="Cercle : creux 178">
              <a:extLst>
                <a:ext uri="{FF2B5EF4-FFF2-40B4-BE49-F238E27FC236}">
                  <a16:creationId xmlns:a16="http://schemas.microsoft.com/office/drawing/2014/main" id="{6A8BE1BC-85F2-9A1F-AF25-CCB3F4ABB3FB}"/>
                </a:ext>
              </a:extLst>
            </p:cNvPr>
            <p:cNvSpPr/>
            <p:nvPr/>
          </p:nvSpPr>
          <p:spPr>
            <a:xfrm>
              <a:off x="6238777" y="339599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82" name="ZoneTexte 181">
              <a:extLst>
                <a:ext uri="{FF2B5EF4-FFF2-40B4-BE49-F238E27FC236}">
                  <a16:creationId xmlns:a16="http://schemas.microsoft.com/office/drawing/2014/main" id="{D506171F-E6CE-4191-1D1C-248E5B88A64F}"/>
                </a:ext>
              </a:extLst>
            </p:cNvPr>
            <p:cNvSpPr txBox="1"/>
            <p:nvPr/>
          </p:nvSpPr>
          <p:spPr>
            <a:xfrm>
              <a:off x="6667743" y="3377357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83" name="Signe Plus 182">
              <a:extLst>
                <a:ext uri="{FF2B5EF4-FFF2-40B4-BE49-F238E27FC236}">
                  <a16:creationId xmlns:a16="http://schemas.microsoft.com/office/drawing/2014/main" id="{0564572D-1BBF-B171-51DF-628927387792}"/>
                </a:ext>
              </a:extLst>
            </p:cNvPr>
            <p:cNvSpPr/>
            <p:nvPr/>
          </p:nvSpPr>
          <p:spPr>
            <a:xfrm>
              <a:off x="7187637" y="3454915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4" name="Hexagone 183">
              <a:extLst>
                <a:ext uri="{FF2B5EF4-FFF2-40B4-BE49-F238E27FC236}">
                  <a16:creationId xmlns:a16="http://schemas.microsoft.com/office/drawing/2014/main" id="{081D0B99-CFF4-D28A-5247-8FBF3A737735}"/>
                </a:ext>
              </a:extLst>
            </p:cNvPr>
            <p:cNvSpPr/>
            <p:nvPr/>
          </p:nvSpPr>
          <p:spPr>
            <a:xfrm rot="5400000">
              <a:off x="7301951" y="2786192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9" name="Ellipse 198">
              <a:extLst>
                <a:ext uri="{FF2B5EF4-FFF2-40B4-BE49-F238E27FC236}">
                  <a16:creationId xmlns:a16="http://schemas.microsoft.com/office/drawing/2014/main" id="{4EF51FF5-5909-83B7-C18B-8900D0BDD989}"/>
                </a:ext>
              </a:extLst>
            </p:cNvPr>
            <p:cNvSpPr/>
            <p:nvPr/>
          </p:nvSpPr>
          <p:spPr>
            <a:xfrm>
              <a:off x="6612260" y="2786192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0" name="Ellipse 199">
              <a:extLst>
                <a:ext uri="{FF2B5EF4-FFF2-40B4-BE49-F238E27FC236}">
                  <a16:creationId xmlns:a16="http://schemas.microsoft.com/office/drawing/2014/main" id="{F712D43C-1F9F-50F7-8E71-B83F16AFB096}"/>
                </a:ext>
              </a:extLst>
            </p:cNvPr>
            <p:cNvSpPr/>
            <p:nvPr/>
          </p:nvSpPr>
          <p:spPr>
            <a:xfrm>
              <a:off x="7481146" y="3400915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1" name="Connecteur droit avec flèche 200">
              <a:extLst>
                <a:ext uri="{FF2B5EF4-FFF2-40B4-BE49-F238E27FC236}">
                  <a16:creationId xmlns:a16="http://schemas.microsoft.com/office/drawing/2014/main" id="{75E71C76-7E20-74A6-2756-06C2E2DAD988}"/>
                </a:ext>
              </a:extLst>
            </p:cNvPr>
            <p:cNvCxnSpPr>
              <a:cxnSpLocks/>
            </p:cNvCxnSpPr>
            <p:nvPr/>
          </p:nvCxnSpPr>
          <p:spPr>
            <a:xfrm>
              <a:off x="7014521" y="2966192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2" name="ZoneTexte 201">
              <a:extLst>
                <a:ext uri="{FF2B5EF4-FFF2-40B4-BE49-F238E27FC236}">
                  <a16:creationId xmlns:a16="http://schemas.microsoft.com/office/drawing/2014/main" id="{A2B84F3B-D084-1D8C-91E4-C3FA35D48591}"/>
                </a:ext>
              </a:extLst>
            </p:cNvPr>
            <p:cNvSpPr txBox="1"/>
            <p:nvPr/>
          </p:nvSpPr>
          <p:spPr>
            <a:xfrm>
              <a:off x="6211270" y="105633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203" name="ZoneTexte 202">
              <a:extLst>
                <a:ext uri="{FF2B5EF4-FFF2-40B4-BE49-F238E27FC236}">
                  <a16:creationId xmlns:a16="http://schemas.microsoft.com/office/drawing/2014/main" id="{F7377A34-5130-E49C-5440-EDC15DF0D97A}"/>
                </a:ext>
              </a:extLst>
            </p:cNvPr>
            <p:cNvSpPr txBox="1"/>
            <p:nvPr/>
          </p:nvSpPr>
          <p:spPr>
            <a:xfrm>
              <a:off x="6238777" y="173323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D31E8577-6D60-0345-549A-2CE2ADD5B9B1}"/>
                </a:ext>
              </a:extLst>
            </p:cNvPr>
            <p:cNvSpPr txBox="1"/>
            <p:nvPr/>
          </p:nvSpPr>
          <p:spPr>
            <a:xfrm>
              <a:off x="6238777" y="2287048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7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E2106-2F5C-0ABE-F4A3-3B4350F99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4960DAE3-BDD3-345E-11B4-E06C21E811B0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6CE18682-2D18-0EFC-060E-A5C6437BF762}"/>
              </a:ext>
            </a:extLst>
          </p:cNvPr>
          <p:cNvGrpSpPr/>
          <p:nvPr/>
        </p:nvGrpSpPr>
        <p:grpSpPr>
          <a:xfrm>
            <a:off x="6279685" y="670670"/>
            <a:ext cx="2124000" cy="3312000"/>
            <a:chOff x="3353723" y="449635"/>
            <a:chExt cx="2124000" cy="3312000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812EB79-12AF-E5F7-F27D-31EFAC56C51C}"/>
                </a:ext>
              </a:extLst>
            </p:cNvPr>
            <p:cNvSpPr/>
            <p:nvPr/>
          </p:nvSpPr>
          <p:spPr>
            <a:xfrm>
              <a:off x="3353723" y="449635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444F98D-E5D0-EDC2-0453-82A28B74E024}"/>
                </a:ext>
              </a:extLst>
            </p:cNvPr>
            <p:cNvSpPr/>
            <p:nvPr/>
          </p:nvSpPr>
          <p:spPr>
            <a:xfrm>
              <a:off x="3353723" y="449635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B4F6785A-04D7-8057-A2CE-F866F0558B91}"/>
                </a:ext>
              </a:extLst>
            </p:cNvPr>
            <p:cNvSpPr txBox="1"/>
            <p:nvPr/>
          </p:nvSpPr>
          <p:spPr>
            <a:xfrm>
              <a:off x="3529576" y="978478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135" name="Cercle : creux 134">
              <a:extLst>
                <a:ext uri="{FF2B5EF4-FFF2-40B4-BE49-F238E27FC236}">
                  <a16:creationId xmlns:a16="http://schemas.microsoft.com/office/drawing/2014/main" id="{8572C19A-2301-B95C-5D34-3A2DC43DE7F3}"/>
                </a:ext>
              </a:extLst>
            </p:cNvPr>
            <p:cNvSpPr/>
            <p:nvPr/>
          </p:nvSpPr>
          <p:spPr>
            <a:xfrm>
              <a:off x="3416233" y="33126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6" name="Hexagone 135">
              <a:extLst>
                <a:ext uri="{FF2B5EF4-FFF2-40B4-BE49-F238E27FC236}">
                  <a16:creationId xmlns:a16="http://schemas.microsoft.com/office/drawing/2014/main" id="{D8B8DDD3-8FC8-B9DF-0290-8E7A85CFB62D}"/>
                </a:ext>
              </a:extLst>
            </p:cNvPr>
            <p:cNvSpPr/>
            <p:nvPr/>
          </p:nvSpPr>
          <p:spPr>
            <a:xfrm rot="5400000">
              <a:off x="4834602" y="276405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8" name="Hexagone 137">
              <a:extLst>
                <a:ext uri="{FF2B5EF4-FFF2-40B4-BE49-F238E27FC236}">
                  <a16:creationId xmlns:a16="http://schemas.microsoft.com/office/drawing/2014/main" id="{51261354-CED5-840E-7EA0-DFC340E826C6}"/>
                </a:ext>
              </a:extLst>
            </p:cNvPr>
            <p:cNvSpPr/>
            <p:nvPr/>
          </p:nvSpPr>
          <p:spPr>
            <a:xfrm rot="5400000">
              <a:off x="4425327" y="276405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9" name="Hexagone 138">
              <a:extLst>
                <a:ext uri="{FF2B5EF4-FFF2-40B4-BE49-F238E27FC236}">
                  <a16:creationId xmlns:a16="http://schemas.microsoft.com/office/drawing/2014/main" id="{5480D1CF-C5E9-2160-B43D-67BA4B56339B}"/>
                </a:ext>
              </a:extLst>
            </p:cNvPr>
            <p:cNvSpPr/>
            <p:nvPr/>
          </p:nvSpPr>
          <p:spPr>
            <a:xfrm rot="5400000">
              <a:off x="4016052" y="277398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90BFFA79-5A87-BEE5-B351-0C2110C9F139}"/>
                </a:ext>
              </a:extLst>
            </p:cNvPr>
            <p:cNvSpPr/>
            <p:nvPr/>
          </p:nvSpPr>
          <p:spPr>
            <a:xfrm rot="5400000">
              <a:off x="3602549" y="277398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2" name="Connecteur droit avec flèche 141">
              <a:extLst>
                <a:ext uri="{FF2B5EF4-FFF2-40B4-BE49-F238E27FC236}">
                  <a16:creationId xmlns:a16="http://schemas.microsoft.com/office/drawing/2014/main" id="{49D6ABEF-A225-592E-6C37-6E10AC62FEB5}"/>
                </a:ext>
              </a:extLst>
            </p:cNvPr>
            <p:cNvCxnSpPr>
              <a:cxnSpLocks/>
            </p:cNvCxnSpPr>
            <p:nvPr/>
          </p:nvCxnSpPr>
          <p:spPr>
            <a:xfrm>
              <a:off x="3820449" y="2948030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Connecteur droit avec flèche 142">
              <a:extLst>
                <a:ext uri="{FF2B5EF4-FFF2-40B4-BE49-F238E27FC236}">
                  <a16:creationId xmlns:a16="http://schemas.microsoft.com/office/drawing/2014/main" id="{46273A48-C504-8EED-C705-119D0E637657}"/>
                </a:ext>
              </a:extLst>
            </p:cNvPr>
            <p:cNvCxnSpPr>
              <a:cxnSpLocks/>
            </p:cNvCxnSpPr>
            <p:nvPr/>
          </p:nvCxnSpPr>
          <p:spPr>
            <a:xfrm>
              <a:off x="3822371" y="2951116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Connecteur droit avec flèche 146">
              <a:extLst>
                <a:ext uri="{FF2B5EF4-FFF2-40B4-BE49-F238E27FC236}">
                  <a16:creationId xmlns:a16="http://schemas.microsoft.com/office/drawing/2014/main" id="{BB248922-C3D6-3CB6-AB13-BD398A21C897}"/>
                </a:ext>
              </a:extLst>
            </p:cNvPr>
            <p:cNvCxnSpPr>
              <a:cxnSpLocks/>
            </p:cNvCxnSpPr>
            <p:nvPr/>
          </p:nvCxnSpPr>
          <p:spPr>
            <a:xfrm>
              <a:off x="3822371" y="2951116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6B06E22E-6794-D400-E3A9-346A5D56359C}"/>
                </a:ext>
              </a:extLst>
            </p:cNvPr>
            <p:cNvSpPr/>
            <p:nvPr/>
          </p:nvSpPr>
          <p:spPr>
            <a:xfrm>
              <a:off x="3710549" y="2867116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8B3A02F8-589B-D683-D484-277CEB0C5E46}"/>
                </a:ext>
              </a:extLst>
            </p:cNvPr>
            <p:cNvSpPr txBox="1"/>
            <p:nvPr/>
          </p:nvSpPr>
          <p:spPr>
            <a:xfrm>
              <a:off x="3555669" y="1996403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D5A62801-B27C-E519-1214-0D40BB6364DD}"/>
              </a:ext>
            </a:extLst>
          </p:cNvPr>
          <p:cNvGrpSpPr/>
          <p:nvPr/>
        </p:nvGrpSpPr>
        <p:grpSpPr>
          <a:xfrm>
            <a:off x="8843182" y="670670"/>
            <a:ext cx="2124000" cy="3312000"/>
            <a:chOff x="5936273" y="452504"/>
            <a:chExt cx="2124000" cy="33120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5C07A10-1928-31BF-33F3-402574DF6BC0}"/>
                </a:ext>
              </a:extLst>
            </p:cNvPr>
            <p:cNvSpPr/>
            <p:nvPr/>
          </p:nvSpPr>
          <p:spPr>
            <a:xfrm>
              <a:off x="5936273" y="45250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64517A7-0634-D5AC-4D17-0944BC30504A}"/>
                </a:ext>
              </a:extLst>
            </p:cNvPr>
            <p:cNvSpPr/>
            <p:nvPr/>
          </p:nvSpPr>
          <p:spPr>
            <a:xfrm>
              <a:off x="5936273" y="452504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151" name="Cercle : creux 150">
              <a:extLst>
                <a:ext uri="{FF2B5EF4-FFF2-40B4-BE49-F238E27FC236}">
                  <a16:creationId xmlns:a16="http://schemas.microsoft.com/office/drawing/2014/main" id="{889100D7-8DCE-5F1F-DADA-51BA9C229319}"/>
                </a:ext>
              </a:extLst>
            </p:cNvPr>
            <p:cNvSpPr/>
            <p:nvPr/>
          </p:nvSpPr>
          <p:spPr>
            <a:xfrm>
              <a:off x="6028574" y="323107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52" name="Hexagone 151">
              <a:extLst>
                <a:ext uri="{FF2B5EF4-FFF2-40B4-BE49-F238E27FC236}">
                  <a16:creationId xmlns:a16="http://schemas.microsoft.com/office/drawing/2014/main" id="{60ED3A14-5061-937A-EB11-016FC1E9BA0A}"/>
                </a:ext>
              </a:extLst>
            </p:cNvPr>
            <p:cNvSpPr/>
            <p:nvPr/>
          </p:nvSpPr>
          <p:spPr>
            <a:xfrm rot="5400000">
              <a:off x="7369328" y="273175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3" name="Hexagone 152">
              <a:extLst>
                <a:ext uri="{FF2B5EF4-FFF2-40B4-BE49-F238E27FC236}">
                  <a16:creationId xmlns:a16="http://schemas.microsoft.com/office/drawing/2014/main" id="{A9DA2897-C668-E0DB-248D-E52CCAE54E0C}"/>
                </a:ext>
              </a:extLst>
            </p:cNvPr>
            <p:cNvSpPr/>
            <p:nvPr/>
          </p:nvSpPr>
          <p:spPr>
            <a:xfrm rot="5400000">
              <a:off x="6960053" y="273175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4" name="Hexagone 153">
              <a:extLst>
                <a:ext uri="{FF2B5EF4-FFF2-40B4-BE49-F238E27FC236}">
                  <a16:creationId xmlns:a16="http://schemas.microsoft.com/office/drawing/2014/main" id="{C8297467-F366-D8CE-026F-9A0155492A20}"/>
                </a:ext>
              </a:extLst>
            </p:cNvPr>
            <p:cNvSpPr/>
            <p:nvPr/>
          </p:nvSpPr>
          <p:spPr>
            <a:xfrm rot="5400000">
              <a:off x="6550778" y="274169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5" name="Hexagone 154">
              <a:extLst>
                <a:ext uri="{FF2B5EF4-FFF2-40B4-BE49-F238E27FC236}">
                  <a16:creationId xmlns:a16="http://schemas.microsoft.com/office/drawing/2014/main" id="{30A7D28E-35B3-A7D5-C871-AF217D833866}"/>
                </a:ext>
              </a:extLst>
            </p:cNvPr>
            <p:cNvSpPr/>
            <p:nvPr/>
          </p:nvSpPr>
          <p:spPr>
            <a:xfrm rot="5400000">
              <a:off x="6137275" y="2741692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6" name="Connecteur droit avec flèche 155">
              <a:extLst>
                <a:ext uri="{FF2B5EF4-FFF2-40B4-BE49-F238E27FC236}">
                  <a16:creationId xmlns:a16="http://schemas.microsoft.com/office/drawing/2014/main" id="{5FA71197-7298-884C-B2A6-674913FE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603" y="2915733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2DB8FDE3-786A-B58D-2181-68B90B0D910D}"/>
                </a:ext>
              </a:extLst>
            </p:cNvPr>
            <p:cNvSpPr/>
            <p:nvPr/>
          </p:nvSpPr>
          <p:spPr>
            <a:xfrm>
              <a:off x="6658778" y="283169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8" name="Ellipse 157">
              <a:extLst>
                <a:ext uri="{FF2B5EF4-FFF2-40B4-BE49-F238E27FC236}">
                  <a16:creationId xmlns:a16="http://schemas.microsoft.com/office/drawing/2014/main" id="{76556A27-A4B3-CDCE-380B-FBD46C4983AA}"/>
                </a:ext>
              </a:extLst>
            </p:cNvPr>
            <p:cNvSpPr/>
            <p:nvPr/>
          </p:nvSpPr>
          <p:spPr>
            <a:xfrm>
              <a:off x="7067664" y="283169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Ellipse 158">
              <a:extLst>
                <a:ext uri="{FF2B5EF4-FFF2-40B4-BE49-F238E27FC236}">
                  <a16:creationId xmlns:a16="http://schemas.microsoft.com/office/drawing/2014/main" id="{45033CA4-20A6-6192-8AF4-C44DCB439B4F}"/>
                </a:ext>
              </a:extLst>
            </p:cNvPr>
            <p:cNvSpPr/>
            <p:nvPr/>
          </p:nvSpPr>
          <p:spPr>
            <a:xfrm>
              <a:off x="7477145" y="2821759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9" name="ZoneTexte 168">
              <a:extLst>
                <a:ext uri="{FF2B5EF4-FFF2-40B4-BE49-F238E27FC236}">
                  <a16:creationId xmlns:a16="http://schemas.microsoft.com/office/drawing/2014/main" id="{D971B674-63AE-1E36-9659-560735473050}"/>
                </a:ext>
              </a:extLst>
            </p:cNvPr>
            <p:cNvSpPr txBox="1"/>
            <p:nvPr/>
          </p:nvSpPr>
          <p:spPr>
            <a:xfrm>
              <a:off x="6081624" y="954602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6DD92ED5-8AC2-07DD-99E1-59FDBD0CC17E}"/>
                </a:ext>
              </a:extLst>
            </p:cNvPr>
            <p:cNvSpPr txBox="1"/>
            <p:nvPr/>
          </p:nvSpPr>
          <p:spPr>
            <a:xfrm>
              <a:off x="6077540" y="2051776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2EE1D52C-CCCE-8617-DDEA-953C426081F6}"/>
              </a:ext>
            </a:extLst>
          </p:cNvPr>
          <p:cNvGrpSpPr/>
          <p:nvPr/>
        </p:nvGrpSpPr>
        <p:grpSpPr>
          <a:xfrm>
            <a:off x="3692131" y="670670"/>
            <a:ext cx="2124000" cy="3312000"/>
            <a:chOff x="3692131" y="670670"/>
            <a:chExt cx="2124000" cy="3312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D2FFA34-6703-5F79-A726-51D305C7A46B}"/>
                </a:ext>
              </a:extLst>
            </p:cNvPr>
            <p:cNvSpPr/>
            <p:nvPr/>
          </p:nvSpPr>
          <p:spPr>
            <a:xfrm>
              <a:off x="3692131" y="67067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DAA520B-2C67-904C-50A5-7818C6830EBC}"/>
                </a:ext>
              </a:extLst>
            </p:cNvPr>
            <p:cNvSpPr/>
            <p:nvPr/>
          </p:nvSpPr>
          <p:spPr>
            <a:xfrm>
              <a:off x="3692131" y="670670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Déconstruire donjon</a:t>
              </a:r>
            </a:p>
          </p:txBody>
        </p:sp>
        <p:sp>
          <p:nvSpPr>
            <p:cNvPr id="168" name="Cercle : creux 167">
              <a:extLst>
                <a:ext uri="{FF2B5EF4-FFF2-40B4-BE49-F238E27FC236}">
                  <a16:creationId xmlns:a16="http://schemas.microsoft.com/office/drawing/2014/main" id="{A38EACAC-ABF9-E2E8-FA65-9A5F66BAEE86}"/>
                </a:ext>
              </a:extLst>
            </p:cNvPr>
            <p:cNvSpPr/>
            <p:nvPr/>
          </p:nvSpPr>
          <p:spPr>
            <a:xfrm>
              <a:off x="3787425" y="345600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CF61BF42-E743-4890-2909-43FF939B6BDB}"/>
                </a:ext>
              </a:extLst>
            </p:cNvPr>
            <p:cNvSpPr/>
            <p:nvPr/>
          </p:nvSpPr>
          <p:spPr>
            <a:xfrm rot="5400000">
              <a:off x="3983966" y="281847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0" name="Connecteur droit avec flèche 49">
              <a:extLst>
                <a:ext uri="{FF2B5EF4-FFF2-40B4-BE49-F238E27FC236}">
                  <a16:creationId xmlns:a16="http://schemas.microsoft.com/office/drawing/2014/main" id="{6E8E0EF5-801E-EBDE-D749-974D687E8550}"/>
                </a:ext>
              </a:extLst>
            </p:cNvPr>
            <p:cNvCxnSpPr>
              <a:cxnSpLocks/>
            </p:cNvCxnSpPr>
            <p:nvPr/>
          </p:nvCxnSpPr>
          <p:spPr>
            <a:xfrm>
              <a:off x="4652696" y="312461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329BF7C8-6385-55C1-38C4-5EACE745522F}"/>
                </a:ext>
              </a:extLst>
            </p:cNvPr>
            <p:cNvSpPr/>
            <p:nvPr/>
          </p:nvSpPr>
          <p:spPr>
            <a:xfrm rot="5400000">
              <a:off x="4927801" y="2826000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A82F19E-0978-C5B4-9650-2C80E67880CC}"/>
                </a:ext>
              </a:extLst>
            </p:cNvPr>
            <p:cNvSpPr/>
            <p:nvPr/>
          </p:nvSpPr>
          <p:spPr>
            <a:xfrm>
              <a:off x="4202460" y="2944476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6685E4CE-DE5C-F4ED-D218-74FCF91AD663}"/>
                </a:ext>
              </a:extLst>
            </p:cNvPr>
            <p:cNvSpPr/>
            <p:nvPr/>
          </p:nvSpPr>
          <p:spPr>
            <a:xfrm>
              <a:off x="5161801" y="291725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240194D5-13AC-F70C-52C7-4513CCE15815}"/>
                </a:ext>
              </a:extLst>
            </p:cNvPr>
            <p:cNvSpPr/>
            <p:nvPr/>
          </p:nvSpPr>
          <p:spPr>
            <a:xfrm>
              <a:off x="5301129" y="3124613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Ellipse 54">
              <a:extLst>
                <a:ext uri="{FF2B5EF4-FFF2-40B4-BE49-F238E27FC236}">
                  <a16:creationId xmlns:a16="http://schemas.microsoft.com/office/drawing/2014/main" id="{FAAE8C71-B057-09DD-B869-1264F57A65DD}"/>
                </a:ext>
              </a:extLst>
            </p:cNvPr>
            <p:cNvSpPr/>
            <p:nvPr/>
          </p:nvSpPr>
          <p:spPr>
            <a:xfrm>
              <a:off x="5027966" y="3124613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1" name="ZoneTexte 130">
              <a:extLst>
                <a:ext uri="{FF2B5EF4-FFF2-40B4-BE49-F238E27FC236}">
                  <a16:creationId xmlns:a16="http://schemas.microsoft.com/office/drawing/2014/main" id="{9BF93AA9-8381-51F5-D0DA-700E18B0B510}"/>
                </a:ext>
              </a:extLst>
            </p:cNvPr>
            <p:cNvSpPr txBox="1"/>
            <p:nvPr/>
          </p:nvSpPr>
          <p:spPr>
            <a:xfrm>
              <a:off x="3903184" y="1216140"/>
              <a:ext cx="171641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Remplacer le donjon de la tuile de commandement par 3 troupes de la défausse</a:t>
              </a: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FE81329-4DE1-59A3-6C3F-A1DE5ECDC0D8}"/>
                </a:ext>
              </a:extLst>
            </p:cNvPr>
            <p:cNvSpPr txBox="1"/>
            <p:nvPr/>
          </p:nvSpPr>
          <p:spPr>
            <a:xfrm>
              <a:off x="3903184" y="2217438"/>
              <a:ext cx="1304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6C645EF4-8976-48D3-CF99-A6F55F6536BD}"/>
              </a:ext>
            </a:extLst>
          </p:cNvPr>
          <p:cNvGrpSpPr/>
          <p:nvPr/>
        </p:nvGrpSpPr>
        <p:grpSpPr>
          <a:xfrm>
            <a:off x="1050862" y="649660"/>
            <a:ext cx="2124000" cy="3312000"/>
            <a:chOff x="793687" y="449635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F646F0C-A432-C499-8A8D-05F82B29C6A3}"/>
                </a:ext>
              </a:extLst>
            </p:cNvPr>
            <p:cNvSpPr/>
            <p:nvPr/>
          </p:nvSpPr>
          <p:spPr>
            <a:xfrm>
              <a:off x="793687" y="449635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524B380-593F-69E5-FD60-697BE2435774}"/>
                </a:ext>
              </a:extLst>
            </p:cNvPr>
            <p:cNvSpPr/>
            <p:nvPr/>
          </p:nvSpPr>
          <p:spPr>
            <a:xfrm>
              <a:off x="793687" y="449635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30" name="Cercle : creux 29">
              <a:extLst>
                <a:ext uri="{FF2B5EF4-FFF2-40B4-BE49-F238E27FC236}">
                  <a16:creationId xmlns:a16="http://schemas.microsoft.com/office/drawing/2014/main" id="{0F13CAE8-EAC4-A832-33EE-97829109A0B2}"/>
                </a:ext>
              </a:extLst>
            </p:cNvPr>
            <p:cNvSpPr/>
            <p:nvPr/>
          </p:nvSpPr>
          <p:spPr>
            <a:xfrm>
              <a:off x="896578" y="327922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31" name="Hexagone 30">
              <a:extLst>
                <a:ext uri="{FF2B5EF4-FFF2-40B4-BE49-F238E27FC236}">
                  <a16:creationId xmlns:a16="http://schemas.microsoft.com/office/drawing/2014/main" id="{76810FEC-4234-E410-9FD7-EF4E8A58DCCB}"/>
                </a:ext>
              </a:extLst>
            </p:cNvPr>
            <p:cNvSpPr/>
            <p:nvPr/>
          </p:nvSpPr>
          <p:spPr>
            <a:xfrm rot="5400000">
              <a:off x="1011649" y="2607001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66F040FF-797B-DFE8-DC07-79AA08FF323B}"/>
                </a:ext>
              </a:extLst>
            </p:cNvPr>
            <p:cNvSpPr/>
            <p:nvPr/>
          </p:nvSpPr>
          <p:spPr>
            <a:xfrm>
              <a:off x="1245649" y="267792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0A8FA853-F1F5-CBC9-B80A-C66879DA84D3}"/>
                </a:ext>
              </a:extLst>
            </p:cNvPr>
            <p:cNvSpPr/>
            <p:nvPr/>
          </p:nvSpPr>
          <p:spPr>
            <a:xfrm>
              <a:off x="1375166" y="2897448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844F085A-DFBB-1890-4B39-AB0852E96500}"/>
                </a:ext>
              </a:extLst>
            </p:cNvPr>
            <p:cNvSpPr/>
            <p:nvPr/>
          </p:nvSpPr>
          <p:spPr>
            <a:xfrm>
              <a:off x="1104519" y="289194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316DB42-A211-D3E7-C93B-5B7A6CA6BEBD}"/>
                </a:ext>
              </a:extLst>
            </p:cNvPr>
            <p:cNvSpPr/>
            <p:nvPr/>
          </p:nvSpPr>
          <p:spPr>
            <a:xfrm rot="5400000">
              <a:off x="2070762" y="2607834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58284D1-3DCD-251E-B58E-35812B6F6942}"/>
                </a:ext>
              </a:extLst>
            </p:cNvPr>
            <p:cNvSpPr/>
            <p:nvPr/>
          </p:nvSpPr>
          <p:spPr>
            <a:xfrm>
              <a:off x="2315375" y="2719973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95AA0147-48AA-89A7-638F-D87486ABA978}"/>
                </a:ext>
              </a:extLst>
            </p:cNvPr>
            <p:cNvSpPr txBox="1"/>
            <p:nvPr/>
          </p:nvSpPr>
          <p:spPr>
            <a:xfrm>
              <a:off x="945535" y="1001789"/>
              <a:ext cx="171641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 un donjon</a:t>
              </a:r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F75B67FE-E74E-0F06-207B-ECDF1FAB9828}"/>
                </a:ext>
              </a:extLst>
            </p:cNvPr>
            <p:cNvCxnSpPr>
              <a:cxnSpLocks/>
            </p:cNvCxnSpPr>
            <p:nvPr/>
          </p:nvCxnSpPr>
          <p:spPr>
            <a:xfrm>
              <a:off x="1732038" y="290275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94037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0DB1D-EE11-0D4C-17F1-B7D27A019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73C633EB-2004-6001-38A2-BD0951893CD2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5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B1A1C7D6-A22C-2555-C875-EA47223D554D}"/>
              </a:ext>
            </a:extLst>
          </p:cNvPr>
          <p:cNvGrpSpPr/>
          <p:nvPr/>
        </p:nvGrpSpPr>
        <p:grpSpPr>
          <a:xfrm>
            <a:off x="1050862" y="649660"/>
            <a:ext cx="2124000" cy="3312000"/>
            <a:chOff x="1050862" y="649660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1352D1C-0C48-E0D2-B531-F51EED65CFE5}"/>
                </a:ext>
              </a:extLst>
            </p:cNvPr>
            <p:cNvSpPr/>
            <p:nvPr/>
          </p:nvSpPr>
          <p:spPr>
            <a:xfrm>
              <a:off x="1050862" y="64966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16CCE-4FD2-AF43-0EA7-F904854BA7ED}"/>
                </a:ext>
              </a:extLst>
            </p:cNvPr>
            <p:cNvSpPr/>
            <p:nvPr/>
          </p:nvSpPr>
          <p:spPr>
            <a:xfrm>
              <a:off x="1050862" y="64966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30" name="Cercle : creux 29">
              <a:extLst>
                <a:ext uri="{FF2B5EF4-FFF2-40B4-BE49-F238E27FC236}">
                  <a16:creationId xmlns:a16="http://schemas.microsoft.com/office/drawing/2014/main" id="{6DDA0D92-CD28-A838-7BEA-25E1529F836C}"/>
                </a:ext>
              </a:extLst>
            </p:cNvPr>
            <p:cNvSpPr/>
            <p:nvPr/>
          </p:nvSpPr>
          <p:spPr>
            <a:xfrm>
              <a:off x="1153753" y="347925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637641AC-32E6-9302-FC12-10631049640F}"/>
                </a:ext>
              </a:extLst>
            </p:cNvPr>
            <p:cNvSpPr txBox="1"/>
            <p:nvPr/>
          </p:nvSpPr>
          <p:spPr>
            <a:xfrm>
              <a:off x="1158474" y="119495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2882FA1-56A9-B4F1-507E-559201D97C64}"/>
                </a:ext>
              </a:extLst>
            </p:cNvPr>
            <p:cNvCxnSpPr>
              <a:cxnSpLocks/>
            </p:cNvCxnSpPr>
            <p:nvPr/>
          </p:nvCxnSpPr>
          <p:spPr>
            <a:xfrm>
              <a:off x="1989213" y="2994626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DC5C4230-FF91-CA65-094D-429ED31F12B8}"/>
                </a:ext>
              </a:extLst>
            </p:cNvPr>
            <p:cNvSpPr/>
            <p:nvPr/>
          </p:nvSpPr>
          <p:spPr>
            <a:xfrm rot="5400000">
              <a:off x="2312880" y="2719707"/>
              <a:ext cx="648000" cy="612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D4FD6A88-1C8D-72A6-F2E0-FAE9B03462F2}"/>
                </a:ext>
              </a:extLst>
            </p:cNvPr>
            <p:cNvSpPr/>
            <p:nvPr/>
          </p:nvSpPr>
          <p:spPr>
            <a:xfrm rot="5400000">
              <a:off x="1256928" y="2699707"/>
              <a:ext cx="648000" cy="612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5251501-C1F4-C07E-2333-0587B30415F8}"/>
                </a:ext>
              </a:extLst>
            </p:cNvPr>
            <p:cNvSpPr/>
            <p:nvPr/>
          </p:nvSpPr>
          <p:spPr>
            <a:xfrm>
              <a:off x="1482704" y="2825707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DEC5B1D2-7BA2-409D-32AD-466A633C273D}"/>
                </a:ext>
              </a:extLst>
            </p:cNvPr>
            <p:cNvSpPr txBox="1"/>
            <p:nvPr/>
          </p:nvSpPr>
          <p:spPr>
            <a:xfrm>
              <a:off x="1158474" y="158525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</p:grp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2E2C7775-8B01-0470-FFF5-3FF66BA50E2A}"/>
              </a:ext>
            </a:extLst>
          </p:cNvPr>
          <p:cNvGrpSpPr/>
          <p:nvPr/>
        </p:nvGrpSpPr>
        <p:grpSpPr>
          <a:xfrm>
            <a:off x="4305586" y="649660"/>
            <a:ext cx="2124000" cy="3312000"/>
            <a:chOff x="4305586" y="649660"/>
            <a:chExt cx="2124000" cy="3312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9677897D-5302-C6FF-4A6F-5512BB298694}"/>
                </a:ext>
              </a:extLst>
            </p:cNvPr>
            <p:cNvSpPr/>
            <p:nvPr/>
          </p:nvSpPr>
          <p:spPr>
            <a:xfrm>
              <a:off x="4305586" y="64966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D24574F-9D26-32A4-CE8F-490062A7A5E6}"/>
                </a:ext>
              </a:extLst>
            </p:cNvPr>
            <p:cNvSpPr/>
            <p:nvPr/>
          </p:nvSpPr>
          <p:spPr>
            <a:xfrm>
              <a:off x="4305586" y="64966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sp>
          <p:nvSpPr>
            <p:cNvPr id="168" name="Cercle : creux 167">
              <a:extLst>
                <a:ext uri="{FF2B5EF4-FFF2-40B4-BE49-F238E27FC236}">
                  <a16:creationId xmlns:a16="http://schemas.microsoft.com/office/drawing/2014/main" id="{64B8A5E6-DD2B-A9ED-BC04-6933CA935FC7}"/>
                </a:ext>
              </a:extLst>
            </p:cNvPr>
            <p:cNvSpPr/>
            <p:nvPr/>
          </p:nvSpPr>
          <p:spPr>
            <a:xfrm>
              <a:off x="4400880" y="343499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cxnSp>
          <p:nvCxnSpPr>
            <p:cNvPr id="50" name="Connecteur droit avec flèche 49">
              <a:extLst>
                <a:ext uri="{FF2B5EF4-FFF2-40B4-BE49-F238E27FC236}">
                  <a16:creationId xmlns:a16="http://schemas.microsoft.com/office/drawing/2014/main" id="{D6A862C6-8E9C-BEB0-DB00-EC7D85A2EEC2}"/>
                </a:ext>
              </a:extLst>
            </p:cNvPr>
            <p:cNvCxnSpPr>
              <a:cxnSpLocks/>
            </p:cNvCxnSpPr>
            <p:nvPr/>
          </p:nvCxnSpPr>
          <p:spPr>
            <a:xfrm>
              <a:off x="5266151" y="2995451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Hexagone 21">
              <a:extLst>
                <a:ext uri="{FF2B5EF4-FFF2-40B4-BE49-F238E27FC236}">
                  <a16:creationId xmlns:a16="http://schemas.microsoft.com/office/drawing/2014/main" id="{5A1F18C0-968D-D275-44BA-2C16B8119BD8}"/>
                </a:ext>
              </a:extLst>
            </p:cNvPr>
            <p:cNvSpPr/>
            <p:nvPr/>
          </p:nvSpPr>
          <p:spPr>
            <a:xfrm rot="5400000">
              <a:off x="4546780" y="2719707"/>
              <a:ext cx="648000" cy="612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E7010EBF-601B-6C50-9ECE-4EAE7039F044}"/>
                </a:ext>
              </a:extLst>
            </p:cNvPr>
            <p:cNvSpPr/>
            <p:nvPr/>
          </p:nvSpPr>
          <p:spPr>
            <a:xfrm>
              <a:off x="4780780" y="281134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B804AF2C-87FF-8427-E90A-0A07FEA1C4D6}"/>
                </a:ext>
              </a:extLst>
            </p:cNvPr>
            <p:cNvSpPr/>
            <p:nvPr/>
          </p:nvSpPr>
          <p:spPr>
            <a:xfrm>
              <a:off x="4920108" y="3018703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Ellipse 54">
              <a:extLst>
                <a:ext uri="{FF2B5EF4-FFF2-40B4-BE49-F238E27FC236}">
                  <a16:creationId xmlns:a16="http://schemas.microsoft.com/office/drawing/2014/main" id="{C3222A5F-C8B3-D407-1A70-E99CC30D5A60}"/>
                </a:ext>
              </a:extLst>
            </p:cNvPr>
            <p:cNvSpPr/>
            <p:nvPr/>
          </p:nvSpPr>
          <p:spPr>
            <a:xfrm>
              <a:off x="4646945" y="3018703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Hexagone 28">
              <a:extLst>
                <a:ext uri="{FF2B5EF4-FFF2-40B4-BE49-F238E27FC236}">
                  <a16:creationId xmlns:a16="http://schemas.microsoft.com/office/drawing/2014/main" id="{8A0DAA24-851D-C876-E4E4-03EE20740855}"/>
                </a:ext>
              </a:extLst>
            </p:cNvPr>
            <p:cNvSpPr/>
            <p:nvPr/>
          </p:nvSpPr>
          <p:spPr>
            <a:xfrm rot="5400000">
              <a:off x="5580386" y="2717588"/>
              <a:ext cx="648000" cy="612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D9EE2F53-FA08-F0A2-69CB-23651F4574C5}"/>
                </a:ext>
              </a:extLst>
            </p:cNvPr>
            <p:cNvSpPr txBox="1"/>
            <p:nvPr/>
          </p:nvSpPr>
          <p:spPr>
            <a:xfrm>
              <a:off x="4421433" y="156745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40A310D1-A2EB-3299-A2F1-03268FF1FDD0}"/>
                </a:ext>
              </a:extLst>
            </p:cNvPr>
            <p:cNvSpPr txBox="1"/>
            <p:nvPr/>
          </p:nvSpPr>
          <p:spPr>
            <a:xfrm>
              <a:off x="4392618" y="119495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57" name="Signe de multiplication 56">
              <a:extLst>
                <a:ext uri="{FF2B5EF4-FFF2-40B4-BE49-F238E27FC236}">
                  <a16:creationId xmlns:a16="http://schemas.microsoft.com/office/drawing/2014/main" id="{043C46D5-5CFB-45F3-FB19-8F9DA9BF20E6}"/>
                </a:ext>
              </a:extLst>
            </p:cNvPr>
            <p:cNvSpPr/>
            <p:nvPr/>
          </p:nvSpPr>
          <p:spPr>
            <a:xfrm>
              <a:off x="5634386" y="2750822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2" name="Groupe 61">
            <a:extLst>
              <a:ext uri="{FF2B5EF4-FFF2-40B4-BE49-F238E27FC236}">
                <a16:creationId xmlns:a16="http://schemas.microsoft.com/office/drawing/2014/main" id="{2FB62EB0-AB80-2C1C-F7CA-82667DB1961E}"/>
              </a:ext>
            </a:extLst>
          </p:cNvPr>
          <p:cNvGrpSpPr/>
          <p:nvPr/>
        </p:nvGrpSpPr>
        <p:grpSpPr>
          <a:xfrm>
            <a:off x="7722063" y="649660"/>
            <a:ext cx="2124000" cy="3312000"/>
            <a:chOff x="7722063" y="649660"/>
            <a:chExt cx="2124000" cy="3312000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DB783C88-09D4-B920-5219-253D1BB4DF93}"/>
                </a:ext>
              </a:extLst>
            </p:cNvPr>
            <p:cNvSpPr/>
            <p:nvPr/>
          </p:nvSpPr>
          <p:spPr>
            <a:xfrm>
              <a:off x="7722063" y="64966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FFFD93F7-9F19-EF87-16A6-D0525A1979D8}"/>
                </a:ext>
              </a:extLst>
            </p:cNvPr>
            <p:cNvSpPr/>
            <p:nvPr/>
          </p:nvSpPr>
          <p:spPr>
            <a:xfrm>
              <a:off x="7722063" y="64966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sp>
          <p:nvSpPr>
            <p:cNvPr id="135" name="Cercle : creux 134">
              <a:extLst>
                <a:ext uri="{FF2B5EF4-FFF2-40B4-BE49-F238E27FC236}">
                  <a16:creationId xmlns:a16="http://schemas.microsoft.com/office/drawing/2014/main" id="{2493ADEA-AE82-121D-BA4A-98906C4EA163}"/>
                </a:ext>
              </a:extLst>
            </p:cNvPr>
            <p:cNvSpPr/>
            <p:nvPr/>
          </p:nvSpPr>
          <p:spPr>
            <a:xfrm>
              <a:off x="7808889" y="345824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62795F4E-2AC2-74DB-866B-FC46622D1A91}"/>
                </a:ext>
              </a:extLst>
            </p:cNvPr>
            <p:cNvCxnSpPr>
              <a:cxnSpLocks/>
            </p:cNvCxnSpPr>
            <p:nvPr/>
          </p:nvCxnSpPr>
          <p:spPr>
            <a:xfrm>
              <a:off x="8631611" y="2990566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Hexagone 37">
              <a:extLst>
                <a:ext uri="{FF2B5EF4-FFF2-40B4-BE49-F238E27FC236}">
                  <a16:creationId xmlns:a16="http://schemas.microsoft.com/office/drawing/2014/main" id="{1C4214E0-FCE6-1949-299E-EFA0D4E0DBC5}"/>
                </a:ext>
              </a:extLst>
            </p:cNvPr>
            <p:cNvSpPr/>
            <p:nvPr/>
          </p:nvSpPr>
          <p:spPr>
            <a:xfrm rot="5400000">
              <a:off x="7912240" y="2714822"/>
              <a:ext cx="648000" cy="612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0FEEE570-16E0-FAEE-6532-4BE41A6C446F}"/>
                </a:ext>
              </a:extLst>
            </p:cNvPr>
            <p:cNvSpPr/>
            <p:nvPr/>
          </p:nvSpPr>
          <p:spPr>
            <a:xfrm>
              <a:off x="8146240" y="2806460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0E42F229-B64C-FA00-5B5C-015C1278323C}"/>
                </a:ext>
              </a:extLst>
            </p:cNvPr>
            <p:cNvSpPr/>
            <p:nvPr/>
          </p:nvSpPr>
          <p:spPr>
            <a:xfrm>
              <a:off x="8285568" y="3013818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AE671735-F16E-4EDD-47FF-159B8EA0E485}"/>
                </a:ext>
              </a:extLst>
            </p:cNvPr>
            <p:cNvSpPr/>
            <p:nvPr/>
          </p:nvSpPr>
          <p:spPr>
            <a:xfrm>
              <a:off x="8012405" y="3013818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Hexagone 41">
              <a:extLst>
                <a:ext uri="{FF2B5EF4-FFF2-40B4-BE49-F238E27FC236}">
                  <a16:creationId xmlns:a16="http://schemas.microsoft.com/office/drawing/2014/main" id="{D4C085F7-E5DE-33DF-636D-6998B6D0B844}"/>
                </a:ext>
              </a:extLst>
            </p:cNvPr>
            <p:cNvSpPr/>
            <p:nvPr/>
          </p:nvSpPr>
          <p:spPr>
            <a:xfrm rot="5400000">
              <a:off x="8945846" y="2712703"/>
              <a:ext cx="648000" cy="612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15EBFA40-D12E-7CD7-813F-A5590DF69660}"/>
                </a:ext>
              </a:extLst>
            </p:cNvPr>
            <p:cNvSpPr txBox="1"/>
            <p:nvPr/>
          </p:nvSpPr>
          <p:spPr>
            <a:xfrm>
              <a:off x="7808889" y="158525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56" name="ZoneTexte 55">
              <a:extLst>
                <a:ext uri="{FF2B5EF4-FFF2-40B4-BE49-F238E27FC236}">
                  <a16:creationId xmlns:a16="http://schemas.microsoft.com/office/drawing/2014/main" id="{7A5BAB80-5766-0E28-6250-ABA8B5B63E32}"/>
                </a:ext>
              </a:extLst>
            </p:cNvPr>
            <p:cNvSpPr txBox="1"/>
            <p:nvPr/>
          </p:nvSpPr>
          <p:spPr>
            <a:xfrm>
              <a:off x="7800252" y="119014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59" name="Flèche : demi-tour 58">
              <a:extLst>
                <a:ext uri="{FF2B5EF4-FFF2-40B4-BE49-F238E27FC236}">
                  <a16:creationId xmlns:a16="http://schemas.microsoft.com/office/drawing/2014/main" id="{C0BE1939-4C7D-2287-8E1E-20D27CFBDE27}"/>
                </a:ext>
              </a:extLst>
            </p:cNvPr>
            <p:cNvSpPr/>
            <p:nvPr/>
          </p:nvSpPr>
          <p:spPr>
            <a:xfrm rot="5400000">
              <a:off x="9123093" y="2846590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36460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</TotalTime>
  <Words>389</Words>
  <Application>Microsoft Office PowerPoint</Application>
  <PresentationFormat>Grand écran</PresentationFormat>
  <Paragraphs>86</Paragraphs>
  <Slides>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30</cp:revision>
  <cp:lastPrinted>2026-02-08T17:21:01Z</cp:lastPrinted>
  <dcterms:created xsi:type="dcterms:W3CDTF">2026-02-07T18:04:07Z</dcterms:created>
  <dcterms:modified xsi:type="dcterms:W3CDTF">2026-02-14T10:33:45Z</dcterms:modified>
</cp:coreProperties>
</file>